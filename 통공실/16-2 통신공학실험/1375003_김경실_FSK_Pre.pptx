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5" r:id="rId1"/>
  </p:sldMasterIdLst>
  <p:notesMasterIdLst>
    <p:notesMasterId r:id="rId6"/>
  </p:notesMasterIdLst>
  <p:handoutMasterIdLst>
    <p:handoutMasterId r:id="rId7"/>
  </p:handoutMasterIdLst>
  <p:sldIdLst>
    <p:sldId id="317" r:id="rId2"/>
    <p:sldId id="322" r:id="rId3"/>
    <p:sldId id="324" r:id="rId4"/>
    <p:sldId id="326" r:id="rId5"/>
  </p:sldIdLst>
  <p:sldSz cx="9144000" cy="6858000" type="screen4x3"/>
  <p:notesSz cx="7315200" cy="9601200"/>
  <p:custDataLst>
    <p:tags r:id="rId8"/>
  </p:custDataLst>
  <p:defaultTextStyle>
    <a:defPPr>
      <a:defRPr lang="en-US"/>
    </a:defPPr>
    <a:lvl1pPr algn="r" rtl="0" fontAlgn="base">
      <a:spcBef>
        <a:spcPct val="0"/>
      </a:spcBef>
      <a:spcAft>
        <a:spcPct val="0"/>
      </a:spcAft>
      <a:defRPr sz="1400"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r" rtl="0" fontAlgn="base">
      <a:spcBef>
        <a:spcPct val="0"/>
      </a:spcBef>
      <a:spcAft>
        <a:spcPct val="0"/>
      </a:spcAft>
      <a:defRPr sz="1400"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r" rtl="0" fontAlgn="base">
      <a:spcBef>
        <a:spcPct val="0"/>
      </a:spcBef>
      <a:spcAft>
        <a:spcPct val="0"/>
      </a:spcAft>
      <a:defRPr sz="1400"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r" rtl="0" fontAlgn="base">
      <a:spcBef>
        <a:spcPct val="0"/>
      </a:spcBef>
      <a:spcAft>
        <a:spcPct val="0"/>
      </a:spcAft>
      <a:defRPr sz="1400"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r" rtl="0" fontAlgn="base">
      <a:spcBef>
        <a:spcPct val="0"/>
      </a:spcBef>
      <a:spcAft>
        <a:spcPct val="0"/>
      </a:spcAft>
      <a:defRPr sz="1400"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sz="1400"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sz="1400"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sz="1400"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sz="1400"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CC"/>
    <a:srgbClr val="006600"/>
    <a:srgbClr val="FF0000"/>
    <a:srgbClr val="6699FF"/>
    <a:srgbClr val="000066"/>
    <a:srgbClr val="FF3300"/>
    <a:srgbClr val="0033CC"/>
    <a:srgbClr val="66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609" autoAdjust="0"/>
    <p:restoredTop sz="94775" autoAdjust="0"/>
  </p:normalViewPr>
  <p:slideViewPr>
    <p:cSldViewPr snapToObjects="1">
      <p:cViewPr varScale="1">
        <p:scale>
          <a:sx n="64" d="100"/>
          <a:sy n="64" d="100"/>
        </p:scale>
        <p:origin x="72" y="16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gs" Target="tags/tag1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8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algn="l" defTabSz="966788">
              <a:defRPr sz="1300">
                <a:latin typeface="Arial" charset="0"/>
                <a:ea typeface="굴림" charset="-127"/>
                <a:cs typeface="Arial" charset="0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33485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143375" y="0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algn="r" defTabSz="966788">
              <a:defRPr sz="1300">
                <a:latin typeface="Arial" charset="0"/>
                <a:ea typeface="굴림" charset="-127"/>
                <a:cs typeface="Arial" charset="0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33485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120188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algn="l" defTabSz="966788">
              <a:defRPr sz="1300">
                <a:latin typeface="Arial" charset="0"/>
                <a:ea typeface="굴림" charset="-127"/>
                <a:cs typeface="Arial" charset="0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33485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143375" y="9120188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algn="r" defTabSz="966788">
              <a:defRPr sz="1300">
                <a:latin typeface="Arial" charset="0"/>
                <a:ea typeface="굴림" charset="-127"/>
                <a:cs typeface="Arial" charset="0"/>
              </a:defRPr>
            </a:lvl1pPr>
          </a:lstStyle>
          <a:p>
            <a:pPr>
              <a:defRPr/>
            </a:pPr>
            <a:fld id="{5F767509-F31D-4257-8110-ED0F5B2FC2BD}" type="slidenum">
              <a:rPr lang="ko-KR" altLang="en-US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08378332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9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algn="l" defTabSz="966788">
              <a:defRPr sz="1300">
                <a:latin typeface="Arial" charset="0"/>
                <a:ea typeface="굴림" charset="-127"/>
                <a:cs typeface="Arial" charset="0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16691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143375" y="0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algn="r" defTabSz="966788">
              <a:defRPr sz="1300">
                <a:latin typeface="Arial" charset="0"/>
                <a:ea typeface="굴림" charset="-127"/>
                <a:cs typeface="Arial" charset="0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4403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57300" y="720725"/>
            <a:ext cx="4800600" cy="36004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6691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31838" y="4560888"/>
            <a:ext cx="5851525" cy="43195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 noProof="0"/>
              <a:t>Click to edit Master text styles</a:t>
            </a:r>
          </a:p>
          <a:p>
            <a:pPr lvl="1"/>
            <a:r>
              <a:rPr lang="en-US" altLang="ko-KR" noProof="0"/>
              <a:t>Second level</a:t>
            </a:r>
          </a:p>
          <a:p>
            <a:pPr lvl="2"/>
            <a:r>
              <a:rPr lang="en-US" altLang="ko-KR" noProof="0"/>
              <a:t>Third level</a:t>
            </a:r>
          </a:p>
          <a:p>
            <a:pPr lvl="3"/>
            <a:r>
              <a:rPr lang="en-US" altLang="ko-KR" noProof="0"/>
              <a:t>Fourth level</a:t>
            </a:r>
          </a:p>
          <a:p>
            <a:pPr lvl="4"/>
            <a:r>
              <a:rPr lang="en-US" altLang="ko-KR" noProof="0"/>
              <a:t>Fifth level</a:t>
            </a:r>
          </a:p>
        </p:txBody>
      </p:sp>
      <p:sp>
        <p:nvSpPr>
          <p:cNvPr id="16691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120188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algn="l" defTabSz="966788">
              <a:defRPr sz="1300">
                <a:latin typeface="Arial" charset="0"/>
                <a:ea typeface="굴림" charset="-127"/>
                <a:cs typeface="Arial" charset="0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16691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43375" y="9120188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algn="r" defTabSz="966788">
              <a:defRPr sz="1300">
                <a:latin typeface="Arial" charset="0"/>
                <a:ea typeface="굴림" charset="-127"/>
                <a:cs typeface="Arial" charset="0"/>
              </a:defRPr>
            </a:lvl1pPr>
          </a:lstStyle>
          <a:p>
            <a:pPr>
              <a:defRPr/>
            </a:pPr>
            <a:fld id="{1ADD2597-761D-4D78-923C-A67F4CCC4C31}" type="slidenum">
              <a:rPr lang="ko-KR" altLang="en-US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04289581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charset="-127"/>
        <a:ea typeface="굴림" charset="-127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charset="-127"/>
        <a:ea typeface="굴림" charset="-127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charset="-127"/>
        <a:ea typeface="굴림" charset="-127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charset="-127"/>
        <a:ea typeface="굴림" charset="-127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charset="-127"/>
        <a:ea typeface="굴림" charset="-127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953977"/>
            <a:ext cx="7772400" cy="835063"/>
          </a:xfrm>
        </p:spPr>
        <p:txBody>
          <a:bodyPr>
            <a:normAutofit/>
          </a:bodyPr>
          <a:lstStyle>
            <a:lvl1pPr algn="ctr">
              <a:defRPr sz="5400" spc="-150">
                <a:solidFill>
                  <a:srgbClr val="006600"/>
                </a:solidFill>
                <a:latin typeface="이화체" pitchFamily="2" charset="-127"/>
                <a:ea typeface="이화체" pitchFamily="2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441479" y="3933056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  <a:latin typeface="이화체" pitchFamily="2" charset="-127"/>
                <a:ea typeface="이화체" pitchFamily="2" charset="-127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</a:t>
            </a:r>
            <a:r>
              <a:rPr lang="ko-KR" altLang="en-US" dirty="0"/>
              <a:t>부제목 스타일 편집</a:t>
            </a:r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332656"/>
            <a:ext cx="9144000" cy="2357438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-252536" y="2711646"/>
            <a:ext cx="3175000" cy="152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77221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ChangeArrowheads="1"/>
          </p:cNvSpPr>
          <p:nvPr>
            <p:ph type="title"/>
          </p:nvPr>
        </p:nvSpPr>
        <p:spPr bwMode="auto">
          <a:xfrm>
            <a:off x="60539" y="20822"/>
            <a:ext cx="8467725" cy="642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alt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 noChangeArrowheads="1"/>
          </p:cNvSpPr>
          <p:nvPr>
            <p:ph idx="1"/>
          </p:nvPr>
        </p:nvSpPr>
        <p:spPr bwMode="auto">
          <a:xfrm>
            <a:off x="336550" y="836613"/>
            <a:ext cx="8445500" cy="5146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</a:lstStyle>
          <a:p>
            <a:pPr lvl="0"/>
            <a:r>
              <a:rPr lang="en-US" altLang="en-US" noProof="0" dirty="0"/>
              <a:t>Click to edit Master text styles</a:t>
            </a:r>
          </a:p>
          <a:p>
            <a:pPr lvl="1"/>
            <a:r>
              <a:rPr lang="en-US" altLang="en-US" noProof="0" dirty="0"/>
              <a:t>Second level</a:t>
            </a:r>
            <a:endParaRPr lang="en-US" altLang="ko-KR" noProof="0" dirty="0"/>
          </a:p>
          <a:p>
            <a:pPr lvl="2"/>
            <a:r>
              <a:rPr lang="en-US" altLang="ko-KR" noProof="0" dirty="0"/>
              <a:t>Third Level</a:t>
            </a:r>
          </a:p>
          <a:p>
            <a:pPr lvl="3"/>
            <a:r>
              <a:rPr lang="en-US" altLang="ko-KR" noProof="0" dirty="0"/>
              <a:t>Fourth Level</a:t>
            </a:r>
          </a:p>
          <a:p>
            <a:pPr lvl="2"/>
            <a:endParaRPr lang="en-US" altLang="en-US" noProof="0" dirty="0"/>
          </a:p>
          <a:p>
            <a:pPr lvl="2"/>
            <a:endParaRPr lang="en-US" altLang="en-US" noProof="0" dirty="0"/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790" y="-11980"/>
            <a:ext cx="9144000" cy="7679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38488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3" name="Picture 9"/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6512" y="6093296"/>
            <a:ext cx="9180512" cy="759906"/>
          </a:xfrm>
          <a:prstGeom prst="rect">
            <a:avLst/>
          </a:prstGeom>
          <a:noFill/>
          <a:ln>
            <a:noFill/>
          </a:ln>
          <a:effectLst>
            <a:glow>
              <a:schemeClr val="accent1">
                <a:alpha val="80000"/>
              </a:schemeClr>
            </a:glow>
            <a:outerShdw dist="35921" dir="2700000" algn="ctr" rotWithShape="0">
              <a:schemeClr val="bg2"/>
            </a:outerShdw>
            <a:softEdge rad="38100"/>
          </a:effectLst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8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46407" y="21358"/>
            <a:ext cx="8467725" cy="642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/>
              <a:t>Click to edit Master title style</a:t>
            </a:r>
          </a:p>
        </p:txBody>
      </p:sp>
      <p:sp>
        <p:nvSpPr>
          <p:cNvPr id="1029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336550" y="836613"/>
            <a:ext cx="8445500" cy="52566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/>
              <a:t>Click to edit Master text styles</a:t>
            </a:r>
          </a:p>
          <a:p>
            <a:pPr lvl="1"/>
            <a:r>
              <a:rPr lang="en-US" altLang="en-US" dirty="0"/>
              <a:t>Second level</a:t>
            </a:r>
            <a:endParaRPr lang="en-US" altLang="ko-KR" dirty="0"/>
          </a:p>
          <a:p>
            <a:pPr lvl="2"/>
            <a:r>
              <a:rPr lang="en-US" altLang="ko-KR" dirty="0"/>
              <a:t>Third Level</a:t>
            </a:r>
          </a:p>
          <a:p>
            <a:pPr lvl="3"/>
            <a:r>
              <a:rPr lang="en-US" altLang="ko-KR" dirty="0"/>
              <a:t>Fourth Level</a:t>
            </a:r>
          </a:p>
          <a:p>
            <a:pPr lvl="2"/>
            <a:endParaRPr lang="en-US" altLang="en-US" dirty="0"/>
          </a:p>
          <a:p>
            <a:pPr lvl="2"/>
            <a:endParaRPr lang="en-US" altLang="en-US" dirty="0"/>
          </a:p>
        </p:txBody>
      </p:sp>
      <p:sp>
        <p:nvSpPr>
          <p:cNvPr id="1031" name="Text Box 18"/>
          <p:cNvSpPr txBox="1">
            <a:spLocks noChangeArrowheads="1"/>
          </p:cNvSpPr>
          <p:nvPr userDrawn="1"/>
        </p:nvSpPr>
        <p:spPr bwMode="auto">
          <a:xfrm>
            <a:off x="2771800" y="6259378"/>
            <a:ext cx="6010250" cy="553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r" eaLnBrk="1" hangingPunct="1">
              <a:spcBef>
                <a:spcPct val="50000"/>
              </a:spcBef>
              <a:defRPr/>
            </a:pPr>
            <a:r>
              <a:rPr lang="en-US" altLang="ko-KR" sz="1200" b="1" dirty="0">
                <a:solidFill>
                  <a:schemeClr val="bg1"/>
                </a:solidFill>
                <a:latin typeface="이화체" pitchFamily="2" charset="-127"/>
                <a:ea typeface="이화체" pitchFamily="2" charset="-127"/>
              </a:rPr>
              <a:t>Communications Lab.</a:t>
            </a:r>
            <a:r>
              <a:rPr lang="en-US" altLang="ko-KR" sz="1200" b="1" baseline="0" dirty="0">
                <a:solidFill>
                  <a:schemeClr val="bg1"/>
                </a:solidFill>
                <a:latin typeface="이화체" pitchFamily="2" charset="-127"/>
                <a:ea typeface="이화체" pitchFamily="2" charset="-127"/>
              </a:rPr>
              <a:t> (Fall 2016)</a:t>
            </a:r>
          </a:p>
          <a:p>
            <a:pPr algn="r" eaLnBrk="1" hangingPunct="1">
              <a:spcBef>
                <a:spcPct val="50000"/>
              </a:spcBef>
              <a:defRPr/>
            </a:pPr>
            <a:r>
              <a:rPr lang="en-US" altLang="ko-KR" sz="1200" b="1" baseline="0" dirty="0">
                <a:solidFill>
                  <a:schemeClr val="bg1"/>
                </a:solidFill>
                <a:latin typeface="이화체" pitchFamily="2" charset="-127"/>
                <a:ea typeface="이화체" pitchFamily="2" charset="-127"/>
              </a:rPr>
              <a:t>Department of Electronics Engineering, </a:t>
            </a:r>
            <a:r>
              <a:rPr lang="en-US" altLang="ko-KR" sz="1200" b="1" baseline="0" dirty="0" err="1">
                <a:solidFill>
                  <a:schemeClr val="bg1"/>
                </a:solidFill>
                <a:latin typeface="이화체" pitchFamily="2" charset="-127"/>
                <a:ea typeface="이화체" pitchFamily="2" charset="-127"/>
              </a:rPr>
              <a:t>Ewha</a:t>
            </a:r>
            <a:r>
              <a:rPr lang="en-US" altLang="ko-KR" sz="1200" b="1" baseline="0" dirty="0">
                <a:solidFill>
                  <a:schemeClr val="bg1"/>
                </a:solidFill>
                <a:latin typeface="이화체" pitchFamily="2" charset="-127"/>
                <a:ea typeface="이화체" pitchFamily="2" charset="-127"/>
              </a:rPr>
              <a:t> </a:t>
            </a:r>
            <a:r>
              <a:rPr lang="en-US" altLang="ko-KR" sz="1200" b="1" baseline="0" dirty="0" err="1">
                <a:solidFill>
                  <a:schemeClr val="bg1"/>
                </a:solidFill>
                <a:latin typeface="이화체" pitchFamily="2" charset="-127"/>
                <a:ea typeface="이화체" pitchFamily="2" charset="-127"/>
              </a:rPr>
              <a:t>Womans</a:t>
            </a:r>
            <a:r>
              <a:rPr lang="en-US" altLang="ko-KR" sz="1200" b="1" baseline="0" dirty="0">
                <a:solidFill>
                  <a:schemeClr val="bg1"/>
                </a:solidFill>
                <a:latin typeface="이화체" pitchFamily="2" charset="-127"/>
                <a:ea typeface="이화체" pitchFamily="2" charset="-127"/>
              </a:rPr>
              <a:t> University</a:t>
            </a:r>
            <a:endParaRPr lang="en-US" altLang="ko-KR" sz="1200" b="1" dirty="0">
              <a:solidFill>
                <a:schemeClr val="bg1"/>
              </a:solidFill>
              <a:latin typeface="이화체" pitchFamily="2" charset="-127"/>
              <a:ea typeface="이화체" pitchFamily="2" charset="-127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5" r:id="rId1"/>
    <p:sldLayoutId id="2147483733" r:id="rId2"/>
  </p:sldLayoutIdLst>
  <p:hf sldNum="0"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bg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900" b="1">
          <a:solidFill>
            <a:srgbClr val="0000CC"/>
          </a:solidFill>
          <a:latin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900" b="1">
          <a:solidFill>
            <a:srgbClr val="0000CC"/>
          </a:solidFill>
          <a:latin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900" b="1">
          <a:solidFill>
            <a:srgbClr val="0000CC"/>
          </a:solidFill>
          <a:latin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900" b="1">
          <a:solidFill>
            <a:srgbClr val="0000CC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003300"/>
        </a:buClr>
        <a:buFont typeface="Wingdings" pitchFamily="2" charset="2"/>
        <a:buChar char="§"/>
        <a:defRPr sz="2400">
          <a:solidFill>
            <a:schemeClr val="tx1"/>
          </a:solidFill>
          <a:latin typeface="+mn-lt"/>
          <a:ea typeface="+mn-ea"/>
          <a:cs typeface="+mn-cs"/>
        </a:defRPr>
      </a:lvl1pPr>
      <a:lvl2pPr marL="692150" indent="-347663" algn="l" rtl="0" eaLnBrk="0" fontAlgn="base" hangingPunct="0">
        <a:spcBef>
          <a:spcPct val="20000"/>
        </a:spcBef>
        <a:spcAft>
          <a:spcPct val="0"/>
        </a:spcAft>
        <a:buClr>
          <a:srgbClr val="003300"/>
        </a:buClr>
        <a:buFont typeface="Arial" charset="0"/>
        <a:buChar char="–"/>
        <a:defRPr sz="2000">
          <a:solidFill>
            <a:schemeClr val="tx1"/>
          </a:solidFill>
          <a:latin typeface="+mn-lt"/>
        </a:defRPr>
      </a:lvl2pPr>
      <a:lvl3pPr marL="987425" indent="-293688" algn="l" rtl="0" eaLnBrk="0" fontAlgn="base" hangingPunct="0">
        <a:spcBef>
          <a:spcPct val="20000"/>
        </a:spcBef>
        <a:spcAft>
          <a:spcPct val="0"/>
        </a:spcAft>
        <a:buClr>
          <a:srgbClr val="003300"/>
        </a:buClr>
        <a:buSzPct val="70000"/>
        <a:buFont typeface="Wingdings" pitchFamily="2" charset="2"/>
        <a:buChar char="l"/>
        <a:defRPr sz="1600">
          <a:solidFill>
            <a:schemeClr val="tx1"/>
          </a:solidFill>
          <a:latin typeface="+mn-lt"/>
        </a:defRPr>
      </a:lvl3pPr>
      <a:lvl4pPr marL="1281113" indent="-292100" algn="l" rtl="0" eaLnBrk="0" fontAlgn="base" hangingPunct="0">
        <a:spcBef>
          <a:spcPct val="20000"/>
        </a:spcBef>
        <a:spcAft>
          <a:spcPct val="0"/>
        </a:spcAft>
        <a:buClr>
          <a:srgbClr val="003300"/>
        </a:buClr>
        <a:buSzPct val="75000"/>
        <a:buFont typeface="Wingdings" pitchFamily="2" charset="2"/>
        <a:buChar char="§"/>
        <a:defRPr>
          <a:solidFill>
            <a:schemeClr val="tx1"/>
          </a:solidFill>
          <a:latin typeface="+mn-lt"/>
        </a:defRPr>
      </a:lvl4pPr>
      <a:lvl5pPr marL="1598613" indent="-315913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5pPr>
      <a:lvl6pPr marL="2055813" indent="-315913" algn="l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6pPr>
      <a:lvl7pPr marL="2513013" indent="-315913" algn="l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7pPr>
      <a:lvl8pPr marL="2970213" indent="-315913" algn="l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8pPr>
      <a:lvl9pPr marL="3427413" indent="-315913" algn="l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728" y="3068960"/>
            <a:ext cx="7772400" cy="650777"/>
          </a:xfrm>
        </p:spPr>
        <p:txBody>
          <a:bodyPr anchor="ctr" anchorCtr="0">
            <a:noAutofit/>
          </a:bodyPr>
          <a:lstStyle/>
          <a:p>
            <a:pPr>
              <a:defRPr/>
            </a:pPr>
            <a:r>
              <a:rPr lang="en-US" altLang="ko-KR" sz="4000" dirty="0">
                <a:latin typeface="+mj-lt"/>
              </a:rPr>
              <a:t>FSK</a:t>
            </a:r>
            <a:endParaRPr lang="ko-KR" altLang="en-US" sz="4000" dirty="0">
              <a:latin typeface="+mj-lt"/>
            </a:endParaRP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436688" y="4077072"/>
            <a:ext cx="6400800" cy="1391866"/>
          </a:xfrm>
        </p:spPr>
        <p:txBody>
          <a:bodyPr/>
          <a:lstStyle/>
          <a:p>
            <a:pPr>
              <a:defRPr/>
            </a:pPr>
            <a:r>
              <a:rPr lang="en-US" altLang="ko-KR" sz="1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1375003</a:t>
            </a:r>
          </a:p>
          <a:p>
            <a:pPr>
              <a:defRPr/>
            </a:pPr>
            <a:r>
              <a:rPr lang="en-US" altLang="ko-KR" sz="18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KyungSil</a:t>
            </a:r>
            <a:r>
              <a:rPr lang="en-US" altLang="ko-KR" sz="1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 Kim</a:t>
            </a:r>
          </a:p>
          <a:p>
            <a:pPr>
              <a:defRPr/>
            </a:pPr>
            <a:r>
              <a:rPr lang="en-US" altLang="ko-KR" sz="1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ks_tina@naver.com</a:t>
            </a:r>
            <a:endParaRPr lang="ko-KR" altLang="en-US" sz="1800" dirty="0">
              <a:solidFill>
                <a:schemeClr val="tx1">
                  <a:lumMod val="75000"/>
                  <a:lumOff val="25000"/>
                </a:schemeClr>
              </a:solidFill>
              <a:latin typeface="+mn-lt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927424" y="5373216"/>
            <a:ext cx="5419328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Department of Electronics Engineering</a:t>
            </a:r>
          </a:p>
          <a:p>
            <a:pPr algn="ctr">
              <a:defRPr/>
            </a:pPr>
            <a:r>
              <a:rPr lang="en-US" altLang="ko-KR" b="1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Ewha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altLang="ko-KR" b="1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Womans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University</a:t>
            </a:r>
            <a:endParaRPr lang="ko-KR" alt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Study and explain FSK (Frequency Shift Keying)</a:t>
            </a:r>
            <a:endParaRPr lang="ko-KR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The binary version of FM is called the Frequency Shift Keying or FSK</a:t>
            </a:r>
          </a:p>
          <a:p>
            <a:pPr marL="0" indent="0">
              <a:buNone/>
            </a:pPr>
            <a:endParaRPr lang="en-US" altLang="ko-KR" dirty="0"/>
          </a:p>
          <a:p>
            <a:r>
              <a:rPr lang="en-US" altLang="ko-KR" b="1" dirty="0"/>
              <a:t>What is the main difference between FSK and FM?</a:t>
            </a:r>
          </a:p>
          <a:p>
            <a:pPr lvl="1"/>
            <a:r>
              <a:rPr lang="en-US" altLang="ko-KR" dirty="0"/>
              <a:t>The frequency does not keep changing gradually over symbol time </a:t>
            </a:r>
          </a:p>
          <a:p>
            <a:pPr lvl="1"/>
            <a:r>
              <a:rPr lang="en-US" altLang="ko-KR" dirty="0"/>
              <a:t>Changes in discrete amounts in response to a message similar to binary PSK where phase change is discrete.</a:t>
            </a:r>
          </a:p>
          <a:p>
            <a:pPr lvl="1"/>
            <a:endParaRPr lang="en-US" altLang="ko-KR" dirty="0"/>
          </a:p>
          <a:p>
            <a:pPr lvl="1"/>
            <a:r>
              <a:rPr lang="en-US" altLang="ko-KR" dirty="0"/>
              <a:t>A frequency modulation scheme in which digital information is transmitted through discrete frequency changes of a carrier wave. </a:t>
            </a:r>
          </a:p>
          <a:p>
            <a:pPr lvl="1"/>
            <a:r>
              <a:rPr lang="en-US" altLang="ko-KR" dirty="0"/>
              <a:t>The simplest FSK is Binary FSK (BFSK). BFSK literally implies using a couple of discrete frequencies to transmit binary (0s and 1s) information. With this scheme, the "1" is called the mark frequency and the "0" is called the space frequency.</a:t>
            </a:r>
          </a:p>
        </p:txBody>
      </p:sp>
    </p:spTree>
    <p:extLst>
      <p:ext uri="{BB962C8B-B14F-4D97-AF65-F5344CB8AC3E}">
        <p14:creationId xmlns:p14="http://schemas.microsoft.com/office/powerpoint/2010/main" val="13885847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0539" y="-27384"/>
            <a:ext cx="8467725" cy="815791"/>
          </a:xfrm>
        </p:spPr>
        <p:txBody>
          <a:bodyPr/>
          <a:lstStyle/>
          <a:p>
            <a:r>
              <a:rPr lang="en-US" altLang="ko-KR" dirty="0"/>
              <a:t>Draw a FSK signal for </a:t>
            </a:r>
            <a:r>
              <a:rPr lang="en-US" altLang="ko-KR" dirty="0" err="1"/>
              <a:t>bitstream</a:t>
            </a:r>
            <a:r>
              <a:rPr lang="en-US" altLang="ko-KR" dirty="0"/>
              <a:t>, </a:t>
            </a:r>
            <a:br>
              <a:rPr lang="en-US" altLang="ko-KR" dirty="0"/>
            </a:br>
            <a:r>
              <a:rPr lang="en-US" altLang="ko-KR" dirty="0"/>
              <a:t>1, 1, 0, 0, 1, 0  generated based on the circuit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ko-KR" dirty="0"/>
          </a:p>
          <a:p>
            <a:endParaRPr lang="ko-KR" altLang="en-US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4345" y="1700808"/>
            <a:ext cx="7475051" cy="34563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03370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1"/>
          <p:cNvSpPr>
            <a:spLocks noGrp="1"/>
          </p:cNvSpPr>
          <p:nvPr>
            <p:ph type="title"/>
          </p:nvPr>
        </p:nvSpPr>
        <p:spPr>
          <a:xfrm>
            <a:off x="60539" y="-27384"/>
            <a:ext cx="8467725" cy="815791"/>
          </a:xfrm>
        </p:spPr>
        <p:txBody>
          <a:bodyPr/>
          <a:lstStyle/>
          <a:p>
            <a:r>
              <a:rPr lang="en-US" altLang="ko-KR" dirty="0"/>
              <a:t>Draw a FSK signal for </a:t>
            </a:r>
            <a:r>
              <a:rPr lang="en-US" altLang="ko-KR" dirty="0" err="1"/>
              <a:t>bitstream</a:t>
            </a:r>
            <a:r>
              <a:rPr lang="en-US" altLang="ko-KR" dirty="0"/>
              <a:t>, </a:t>
            </a:r>
            <a:br>
              <a:rPr lang="en-US" altLang="ko-KR" dirty="0"/>
            </a:br>
            <a:r>
              <a:rPr lang="en-US" altLang="ko-KR" dirty="0"/>
              <a:t>1, 1, 0, 0, 1, 0  generated based on the circuit</a:t>
            </a:r>
            <a:endParaRPr lang="ko-KR" altLang="en-US" dirty="0"/>
          </a:p>
        </p:txBody>
      </p:sp>
      <p:pic>
        <p:nvPicPr>
          <p:cNvPr id="9" name="내용 개체 틀 8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7584" y="1282515"/>
            <a:ext cx="1286495" cy="1817873"/>
          </a:xfrm>
        </p:spPr>
      </p:pic>
      <p:pic>
        <p:nvPicPr>
          <p:cNvPr id="10" name="그림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87824" y="1282515"/>
            <a:ext cx="2165407" cy="1817873"/>
          </a:xfrm>
          <a:prstGeom prst="rect">
            <a:avLst/>
          </a:prstGeom>
        </p:spPr>
      </p:pic>
      <p:pic>
        <p:nvPicPr>
          <p:cNvPr id="11" name="그림 1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7583" y="4149080"/>
            <a:ext cx="7153481" cy="1368152"/>
          </a:xfrm>
          <a:prstGeom prst="rect">
            <a:avLst/>
          </a:prstGeom>
        </p:spPr>
      </p:pic>
      <p:sp>
        <p:nvSpPr>
          <p:cNvPr id="12" name="직사각형 11"/>
          <p:cNvSpPr/>
          <p:nvPr/>
        </p:nvSpPr>
        <p:spPr>
          <a:xfrm>
            <a:off x="318277" y="1729786"/>
            <a:ext cx="569387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ko-KR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</a:t>
            </a:r>
          </a:p>
        </p:txBody>
      </p:sp>
      <p:sp>
        <p:nvSpPr>
          <p:cNvPr id="13" name="직사각형 12"/>
          <p:cNvSpPr/>
          <p:nvPr/>
        </p:nvSpPr>
        <p:spPr>
          <a:xfrm>
            <a:off x="2266258" y="1729786"/>
            <a:ext cx="569387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ko-KR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0</a:t>
            </a:r>
          </a:p>
        </p:txBody>
      </p:sp>
      <p:sp>
        <p:nvSpPr>
          <p:cNvPr id="14" name="직사각형 13"/>
          <p:cNvSpPr/>
          <p:nvPr/>
        </p:nvSpPr>
        <p:spPr>
          <a:xfrm>
            <a:off x="318277" y="3272988"/>
            <a:ext cx="1531189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ko-KR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FSK</a:t>
            </a:r>
          </a:p>
        </p:txBody>
      </p:sp>
      <p:sp>
        <p:nvSpPr>
          <p:cNvPr id="16" name="직사각형 15"/>
          <p:cNvSpPr/>
          <p:nvPr/>
        </p:nvSpPr>
        <p:spPr>
          <a:xfrm>
            <a:off x="904807" y="4402675"/>
            <a:ext cx="569387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ko-KR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</a:t>
            </a:r>
          </a:p>
        </p:txBody>
      </p:sp>
      <p:sp>
        <p:nvSpPr>
          <p:cNvPr id="17" name="직사각형 16"/>
          <p:cNvSpPr/>
          <p:nvPr/>
        </p:nvSpPr>
        <p:spPr>
          <a:xfrm>
            <a:off x="1696871" y="4402675"/>
            <a:ext cx="569387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ko-KR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</a:t>
            </a:r>
          </a:p>
        </p:txBody>
      </p:sp>
      <p:sp>
        <p:nvSpPr>
          <p:cNvPr id="18" name="직사각형 17"/>
          <p:cNvSpPr/>
          <p:nvPr/>
        </p:nvSpPr>
        <p:spPr>
          <a:xfrm>
            <a:off x="2960348" y="4402675"/>
            <a:ext cx="569387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ko-KR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0</a:t>
            </a:r>
          </a:p>
        </p:txBody>
      </p:sp>
      <p:sp>
        <p:nvSpPr>
          <p:cNvPr id="19" name="직사각형 18"/>
          <p:cNvSpPr/>
          <p:nvPr/>
        </p:nvSpPr>
        <p:spPr>
          <a:xfrm>
            <a:off x="4583844" y="4402675"/>
            <a:ext cx="569387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ko-KR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0</a:t>
            </a:r>
          </a:p>
        </p:txBody>
      </p:sp>
      <p:sp>
        <p:nvSpPr>
          <p:cNvPr id="20" name="직사각형 19"/>
          <p:cNvSpPr/>
          <p:nvPr/>
        </p:nvSpPr>
        <p:spPr>
          <a:xfrm>
            <a:off x="6901430" y="4402675"/>
            <a:ext cx="569387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ko-KR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0</a:t>
            </a:r>
          </a:p>
        </p:txBody>
      </p:sp>
      <p:sp>
        <p:nvSpPr>
          <p:cNvPr id="21" name="직사각형 20"/>
          <p:cNvSpPr/>
          <p:nvPr/>
        </p:nvSpPr>
        <p:spPr>
          <a:xfrm>
            <a:off x="5715782" y="4402675"/>
            <a:ext cx="569387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ko-KR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472296444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EFAULTFONTSIZE" val="10"/>
  <p:tag name="DEFAULTWORDWRAP" val="0"/>
  <p:tag name="DEFAULTWIDTH" val="483"/>
  <p:tag name="DEFAULTHEIGHT" val="392"/>
  <p:tag name="FONTSIZE" val="10"/>
  <p:tag name="PREAMBLE" val="\documentclass{article}&#10;\pagestyle{empty}&#10;\usepackage{xspace,amssymb,amsfonts,amsmath}&#10;\usepackage{color}&#10;\usepackage{TeX4PPT}&#10;"/>
  <p:tag name="MAGPC" val="200"/>
</p:tagLst>
</file>

<file path=ppt/theme/theme1.xml><?xml version="1.0" encoding="utf-8"?>
<a:theme xmlns:a="http://schemas.openxmlformats.org/drawingml/2006/main" name="LTS4template">
  <a:themeElements>
    <a:clrScheme name="LTS4template 10">
      <a:dk1>
        <a:srgbClr val="000000"/>
      </a:dk1>
      <a:lt1>
        <a:srgbClr val="FFFFFF"/>
      </a:lt1>
      <a:dk2>
        <a:srgbClr val="330066"/>
      </a:dk2>
      <a:lt2>
        <a:srgbClr val="808080"/>
      </a:lt2>
      <a:accent1>
        <a:srgbClr val="CCCC00"/>
      </a:accent1>
      <a:accent2>
        <a:srgbClr val="669999"/>
      </a:accent2>
      <a:accent3>
        <a:srgbClr val="FFFFFF"/>
      </a:accent3>
      <a:accent4>
        <a:srgbClr val="000000"/>
      </a:accent4>
      <a:accent5>
        <a:srgbClr val="E2E2AA"/>
      </a:accent5>
      <a:accent6>
        <a:srgbClr val="5C8A8A"/>
      </a:accent6>
      <a:hlink>
        <a:srgbClr val="7E9CE8"/>
      </a:hlink>
      <a:folHlink>
        <a:srgbClr val="D8D8EC"/>
      </a:folHlink>
    </a:clrScheme>
    <a:fontScheme name="LTS4templat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LTS4template 1">
        <a:dk1>
          <a:srgbClr val="4F747B"/>
        </a:dk1>
        <a:lt1>
          <a:srgbClr val="FFFFFF"/>
        </a:lt1>
        <a:dk2>
          <a:srgbClr val="000000"/>
        </a:dk2>
        <a:lt2>
          <a:srgbClr val="C0C0C0"/>
        </a:lt2>
        <a:accent1>
          <a:srgbClr val="859868"/>
        </a:accent1>
        <a:accent2>
          <a:srgbClr val="5F5F5F"/>
        </a:accent2>
        <a:accent3>
          <a:srgbClr val="AAAAAA"/>
        </a:accent3>
        <a:accent4>
          <a:srgbClr val="DADADA"/>
        </a:accent4>
        <a:accent5>
          <a:srgbClr val="C2CAB9"/>
        </a:accent5>
        <a:accent6>
          <a:srgbClr val="555555"/>
        </a:accent6>
        <a:hlink>
          <a:srgbClr val="5F5F5F"/>
        </a:hlink>
        <a:folHlink>
          <a:srgbClr val="BA121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TS4template 2">
        <a:dk1>
          <a:srgbClr val="3C0000"/>
        </a:dk1>
        <a:lt1>
          <a:srgbClr val="FFFFFF"/>
        </a:lt1>
        <a:dk2>
          <a:srgbClr val="4D0B0B"/>
        </a:dk2>
        <a:lt2>
          <a:srgbClr val="FFFFFF"/>
        </a:lt2>
        <a:accent1>
          <a:srgbClr val="666633"/>
        </a:accent1>
        <a:accent2>
          <a:srgbClr val="CC3300"/>
        </a:accent2>
        <a:accent3>
          <a:srgbClr val="B2AAAA"/>
        </a:accent3>
        <a:accent4>
          <a:srgbClr val="DADADA"/>
        </a:accent4>
        <a:accent5>
          <a:srgbClr val="B8B8AD"/>
        </a:accent5>
        <a:accent6>
          <a:srgbClr val="B92D00"/>
        </a:accent6>
        <a:hlink>
          <a:srgbClr val="CC9900"/>
        </a:hlink>
        <a:folHlink>
          <a:srgbClr val="CCCC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TS4template 3">
        <a:dk1>
          <a:srgbClr val="666699"/>
        </a:dk1>
        <a:lt1>
          <a:srgbClr val="FFFFFF"/>
        </a:lt1>
        <a:dk2>
          <a:srgbClr val="15192B"/>
        </a:dk2>
        <a:lt2>
          <a:srgbClr val="CCCCFF"/>
        </a:lt2>
        <a:accent1>
          <a:srgbClr val="4F893D"/>
        </a:accent1>
        <a:accent2>
          <a:srgbClr val="666699"/>
        </a:accent2>
        <a:accent3>
          <a:srgbClr val="AAABAC"/>
        </a:accent3>
        <a:accent4>
          <a:srgbClr val="DADADA"/>
        </a:accent4>
        <a:accent5>
          <a:srgbClr val="B2C4AF"/>
        </a:accent5>
        <a:accent6>
          <a:srgbClr val="5C5C8A"/>
        </a:accent6>
        <a:hlink>
          <a:srgbClr val="CC9900"/>
        </a:hlink>
        <a:folHlink>
          <a:srgbClr val="4837C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TS4template 4">
        <a:dk1>
          <a:srgbClr val="666699"/>
        </a:dk1>
        <a:lt1>
          <a:srgbClr val="FFFFFF"/>
        </a:lt1>
        <a:dk2>
          <a:srgbClr val="86001A"/>
        </a:dk2>
        <a:lt2>
          <a:srgbClr val="CCCC66"/>
        </a:lt2>
        <a:accent1>
          <a:srgbClr val="FF3300"/>
        </a:accent1>
        <a:accent2>
          <a:srgbClr val="FF6600"/>
        </a:accent2>
        <a:accent3>
          <a:srgbClr val="C3AAAB"/>
        </a:accent3>
        <a:accent4>
          <a:srgbClr val="DADADA"/>
        </a:accent4>
        <a:accent5>
          <a:srgbClr val="FFADAA"/>
        </a:accent5>
        <a:accent6>
          <a:srgbClr val="E75C00"/>
        </a:accent6>
        <a:hlink>
          <a:srgbClr val="CC9900"/>
        </a:hlink>
        <a:folHlink>
          <a:srgbClr val="FF0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TS4template 5">
        <a:dk1>
          <a:srgbClr val="666699"/>
        </a:dk1>
        <a:lt1>
          <a:srgbClr val="FFFFFF"/>
        </a:lt1>
        <a:dk2>
          <a:srgbClr val="000054"/>
        </a:dk2>
        <a:lt2>
          <a:srgbClr val="FFFFFF"/>
        </a:lt2>
        <a:accent1>
          <a:srgbClr val="3333FF"/>
        </a:accent1>
        <a:accent2>
          <a:srgbClr val="006699"/>
        </a:accent2>
        <a:accent3>
          <a:srgbClr val="AAAAB3"/>
        </a:accent3>
        <a:accent4>
          <a:srgbClr val="DADADA"/>
        </a:accent4>
        <a:accent5>
          <a:srgbClr val="ADADFF"/>
        </a:accent5>
        <a:accent6>
          <a:srgbClr val="005C8A"/>
        </a:accent6>
        <a:hlink>
          <a:srgbClr val="669900"/>
        </a:hlink>
        <a:folHlink>
          <a:srgbClr val="0000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TS4template 6">
        <a:dk1>
          <a:srgbClr val="808080"/>
        </a:dk1>
        <a:lt1>
          <a:srgbClr val="FFFFFF"/>
        </a:lt1>
        <a:dk2>
          <a:srgbClr val="30054B"/>
        </a:dk2>
        <a:lt2>
          <a:srgbClr val="FFFFFF"/>
        </a:lt2>
        <a:accent1>
          <a:srgbClr val="797B9B"/>
        </a:accent1>
        <a:accent2>
          <a:srgbClr val="6B4FB1"/>
        </a:accent2>
        <a:accent3>
          <a:srgbClr val="ADAAB1"/>
        </a:accent3>
        <a:accent4>
          <a:srgbClr val="DADADA"/>
        </a:accent4>
        <a:accent5>
          <a:srgbClr val="BEBFCB"/>
        </a:accent5>
        <a:accent6>
          <a:srgbClr val="6047A0"/>
        </a:accent6>
        <a:hlink>
          <a:srgbClr val="7AACCE"/>
        </a:hlink>
        <a:folHlink>
          <a:srgbClr val="D8D8E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TS4template 7">
        <a:dk1>
          <a:srgbClr val="808080"/>
        </a:dk1>
        <a:lt1>
          <a:srgbClr val="FFFFCC"/>
        </a:lt1>
        <a:dk2>
          <a:srgbClr val="29527B"/>
        </a:dk2>
        <a:lt2>
          <a:srgbClr val="FFFFFF"/>
        </a:lt2>
        <a:accent1>
          <a:srgbClr val="CCCC00"/>
        </a:accent1>
        <a:accent2>
          <a:srgbClr val="669999"/>
        </a:accent2>
        <a:accent3>
          <a:srgbClr val="ACB3BF"/>
        </a:accent3>
        <a:accent4>
          <a:srgbClr val="DADAAE"/>
        </a:accent4>
        <a:accent5>
          <a:srgbClr val="E2E2AA"/>
        </a:accent5>
        <a:accent6>
          <a:srgbClr val="5C8A8A"/>
        </a:accent6>
        <a:hlink>
          <a:srgbClr val="D8D8EC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TS4template 8">
        <a:dk1>
          <a:srgbClr val="666699"/>
        </a:dk1>
        <a:lt1>
          <a:srgbClr val="FFFFFF"/>
        </a:lt1>
        <a:dk2>
          <a:srgbClr val="476949"/>
        </a:dk2>
        <a:lt2>
          <a:srgbClr val="FFFFFF"/>
        </a:lt2>
        <a:accent1>
          <a:srgbClr val="CC6600"/>
        </a:accent1>
        <a:accent2>
          <a:srgbClr val="CC9900"/>
        </a:accent2>
        <a:accent3>
          <a:srgbClr val="B1B9B1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452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TS4template 9">
        <a:dk1>
          <a:srgbClr val="000000"/>
        </a:dk1>
        <a:lt1>
          <a:srgbClr val="FFFFFF"/>
        </a:lt1>
        <a:dk2>
          <a:srgbClr val="7C1302"/>
        </a:dk2>
        <a:lt2>
          <a:srgbClr val="CC9900"/>
        </a:lt2>
        <a:accent1>
          <a:srgbClr val="CC9900"/>
        </a:accent1>
        <a:accent2>
          <a:srgbClr val="CC3300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B92D00"/>
        </a:accent6>
        <a:hlink>
          <a:srgbClr val="808080"/>
        </a:hlink>
        <a:folHlink>
          <a:srgbClr val="CC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TS4template 10">
        <a:dk1>
          <a:srgbClr val="000000"/>
        </a:dk1>
        <a:lt1>
          <a:srgbClr val="FFFFFF"/>
        </a:lt1>
        <a:dk2>
          <a:srgbClr val="330066"/>
        </a:dk2>
        <a:lt2>
          <a:srgbClr val="808080"/>
        </a:lt2>
        <a:accent1>
          <a:srgbClr val="CCCC00"/>
        </a:accent1>
        <a:accent2>
          <a:srgbClr val="669999"/>
        </a:accent2>
        <a:accent3>
          <a:srgbClr val="FFFFFF"/>
        </a:accent3>
        <a:accent4>
          <a:srgbClr val="000000"/>
        </a:accent4>
        <a:accent5>
          <a:srgbClr val="E2E2AA"/>
        </a:accent5>
        <a:accent6>
          <a:srgbClr val="5C8A8A"/>
        </a:accent6>
        <a:hlink>
          <a:srgbClr val="7E9CE8"/>
        </a:hlink>
        <a:folHlink>
          <a:srgbClr val="D8D8E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11266</TotalTime>
  <Words>167</Words>
  <Application>Microsoft Office PowerPoint</Application>
  <PresentationFormat>화면 슬라이드 쇼(4:3)</PresentationFormat>
  <Paragraphs>27</Paragraphs>
  <Slides>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9" baseType="lpstr">
      <vt:lpstr>굴림</vt:lpstr>
      <vt:lpstr>이화체</vt:lpstr>
      <vt:lpstr>Arial</vt:lpstr>
      <vt:lpstr>Wingdings</vt:lpstr>
      <vt:lpstr>LTS4template</vt:lpstr>
      <vt:lpstr>FSK</vt:lpstr>
      <vt:lpstr>Study and explain FSK (Frequency Shift Keying)</vt:lpstr>
      <vt:lpstr>Draw a FSK signal for bitstream,  1, 1, 0, 0, 1, 0  generated based on the circuit</vt:lpstr>
      <vt:lpstr>Draw a FSK signal for bitstream,  1, 1, 0, 0, 1, 0  generated based on the circuit</vt:lpstr>
    </vt:vector>
  </TitlesOfParts>
  <Company>EPFL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frossard</dc:creator>
  <cp:lastModifiedBy>Dongho</cp:lastModifiedBy>
  <cp:revision>520</cp:revision>
  <cp:lastPrinted>2012-02-24T14:58:28Z</cp:lastPrinted>
  <dcterms:created xsi:type="dcterms:W3CDTF">2006-08-12T12:19:02Z</dcterms:created>
  <dcterms:modified xsi:type="dcterms:W3CDTF">2016-11-02T13:55:55Z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5</vt:i4>
  </property>
</Properties>
</file>