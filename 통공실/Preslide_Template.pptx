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4"/>
  </p:notesMasterIdLst>
  <p:handoutMasterIdLst>
    <p:handoutMasterId r:id="rId5"/>
  </p:handoutMasterIdLst>
  <p:sldIdLst>
    <p:sldId id="317" r:id="rId2"/>
    <p:sldId id="322" r:id="rId3"/>
  </p:sldIdLst>
  <p:sldSz cx="9144000" cy="6858000" type="screen4x3"/>
  <p:notesSz cx="7315200" cy="9601200"/>
  <p:custDataLst>
    <p:tags r:id="rId6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A50021"/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6" autoAdjust="0"/>
    <p:restoredTop sz="94753" autoAdjust="0"/>
  </p:normalViewPr>
  <p:slideViewPr>
    <p:cSldViewPr snapToObjects="1">
      <p:cViewPr varScale="1">
        <p:scale>
          <a:sx n="92" d="100"/>
          <a:sy n="92" d="100"/>
        </p:scale>
        <p:origin x="8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</a:t>
            </a:r>
            <a:r>
              <a:rPr lang="ko-KR" altLang="en-US" dirty="0" smtClean="0"/>
              <a:t>부제목 스타일 편집</a:t>
            </a:r>
            <a:endParaRPr lang="ko-KR" alt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 smtClean="0"/>
              <a:t>Click to edit Master text styles</a:t>
            </a:r>
          </a:p>
          <a:p>
            <a:pPr lvl="1"/>
            <a:r>
              <a:rPr lang="en-US" altLang="en-US" noProof="0" dirty="0" smtClean="0"/>
              <a:t>Second level</a:t>
            </a:r>
            <a:endParaRPr lang="en-US" altLang="ko-KR" noProof="0" dirty="0" smtClean="0"/>
          </a:p>
          <a:p>
            <a:pPr lvl="2"/>
            <a:r>
              <a:rPr lang="en-US" altLang="ko-KR" noProof="0" dirty="0" smtClean="0"/>
              <a:t>Third Level</a:t>
            </a:r>
          </a:p>
          <a:p>
            <a:pPr lvl="3"/>
            <a:r>
              <a:rPr lang="en-US" altLang="ko-KR" noProof="0" dirty="0" smtClean="0"/>
              <a:t>Fourth Level</a:t>
            </a:r>
          </a:p>
          <a:p>
            <a:pPr lvl="2"/>
            <a:endParaRPr lang="en-US" altLang="en-US" noProof="0" dirty="0" smtClean="0"/>
          </a:p>
          <a:p>
            <a:pPr lvl="2"/>
            <a:endParaRPr lang="en-US" altLang="en-US" noProof="0" dirty="0" smtClean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7767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2"/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2017)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 and Electrical Engineering, </a:t>
            </a:r>
            <a:r>
              <a:rPr lang="en-US" altLang="ko-KR" sz="1200" b="1" baseline="0" dirty="0" err="1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 smtClean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 smtClean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2800" dirty="0" smtClean="0">
                <a:ea typeface="굴림" pitchFamily="50" charset="-127"/>
              </a:rPr>
              <a:t>Title of Your </a:t>
            </a:r>
            <a:r>
              <a:rPr lang="en-US" altLang="ko-KR" sz="2800" dirty="0" err="1" smtClean="0">
                <a:ea typeface="굴림" pitchFamily="50" charset="-127"/>
              </a:rPr>
              <a:t>Preslides</a:t>
            </a:r>
            <a:r>
              <a:rPr lang="en-US" altLang="ko-KR" sz="2800" dirty="0" smtClean="0">
                <a:ea typeface="굴림" pitchFamily="50" charset="-127"/>
              </a:rPr>
              <a:t> (e.g., AM)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ID</a:t>
            </a:r>
          </a:p>
          <a:p>
            <a:pPr>
              <a:defRPr/>
            </a:pP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Name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Your Email Address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 </a:t>
            </a:r>
            <a:r>
              <a:rPr lang="en-US" altLang="ko-KR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and Electrical 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Engineering</a:t>
            </a:r>
          </a:p>
          <a:p>
            <a:pPr algn="ctr">
              <a:defRPr/>
            </a:pPr>
            <a:r>
              <a:rPr lang="en-US" altLang="ko-KR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5847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11053</TotalTime>
  <Words>25</Words>
  <Application>Microsoft Office PowerPoint</Application>
  <PresentationFormat>화면 슬라이드 쇼(4:3)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굴림</vt:lpstr>
      <vt:lpstr>이화체</vt:lpstr>
      <vt:lpstr>Arial</vt:lpstr>
      <vt:lpstr>Wingdings</vt:lpstr>
      <vt:lpstr>LTS4template</vt:lpstr>
      <vt:lpstr>Title of Your Preslides (e.g., AM)</vt:lpstr>
      <vt:lpstr>PowerPoint 프레젠테이션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Hyunggon</cp:lastModifiedBy>
  <cp:revision>503</cp:revision>
  <cp:lastPrinted>2012-02-24T14:58:28Z</cp:lastPrinted>
  <dcterms:created xsi:type="dcterms:W3CDTF">2006-08-12T12:19:02Z</dcterms:created>
  <dcterms:modified xsi:type="dcterms:W3CDTF">2017-09-05T02:25:27Z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