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4"/>
  </p:notesMasterIdLst>
  <p:handoutMasterIdLst>
    <p:handoutMasterId r:id="rId5"/>
  </p:handoutMasterIdLst>
  <p:sldIdLst>
    <p:sldId id="317" r:id="rId2"/>
    <p:sldId id="322" r:id="rId3"/>
  </p:sldIdLst>
  <p:sldSz cx="9144000" cy="6858000" type="screen4x3"/>
  <p:notesSz cx="7315200" cy="9601200"/>
  <p:custDataLst>
    <p:tags r:id="rId6"/>
  </p:custDataLst>
  <p:defaultTextStyle>
    <a:defPPr>
      <a:defRPr lang="en-US"/>
    </a:defPPr>
    <a:lvl1pPr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A50021"/>
    <a:srgbClr val="0000CC"/>
    <a:srgbClr val="006600"/>
    <a:srgbClr val="FF0000"/>
    <a:srgbClr val="6699FF"/>
    <a:srgbClr val="000066"/>
    <a:srgbClr val="FF3300"/>
    <a:srgbClr val="0033CC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06" autoAdjust="0"/>
    <p:restoredTop sz="94753" autoAdjust="0"/>
  </p:normalViewPr>
  <p:slideViewPr>
    <p:cSldViewPr snapToObjects="1">
      <p:cViewPr varScale="1">
        <p:scale>
          <a:sx n="104" d="100"/>
          <a:sy n="104" d="100"/>
        </p:scale>
        <p:origin x="1068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348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348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348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fld id="{5F767509-F31D-4257-8110-ED0F5B2FC2BD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837833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6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166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66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fld id="{1ADD2597-761D-4D78-923C-A67F4CCC4C31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428958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953977"/>
            <a:ext cx="7772400" cy="835063"/>
          </a:xfrm>
        </p:spPr>
        <p:txBody>
          <a:bodyPr>
            <a:normAutofit/>
          </a:bodyPr>
          <a:lstStyle>
            <a:lvl1pPr algn="ctr">
              <a:defRPr sz="5400" spc="-150">
                <a:solidFill>
                  <a:srgbClr val="006600"/>
                </a:solidFill>
                <a:latin typeface="이화체" pitchFamily="2" charset="-127"/>
                <a:ea typeface="이화체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41479" y="393305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이화체" pitchFamily="2" charset="-127"/>
                <a:ea typeface="이화체" pitchFamily="2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</a:t>
            </a:r>
            <a:r>
              <a:rPr lang="ko-KR" altLang="en-US" dirty="0"/>
              <a:t>부제목 스타일 편집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32656"/>
            <a:ext cx="9144000" cy="235743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52536" y="2711646"/>
            <a:ext cx="31750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722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</p:cNvSpPr>
          <p:nvPr>
            <p:ph type="title"/>
          </p:nvPr>
        </p:nvSpPr>
        <p:spPr bwMode="auto">
          <a:xfrm>
            <a:off x="60539" y="20822"/>
            <a:ext cx="846772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</p:cNvSpPr>
          <p:nvPr>
            <p:ph idx="1"/>
          </p:nvPr>
        </p:nvSpPr>
        <p:spPr bwMode="auto">
          <a:xfrm>
            <a:off x="336550" y="836613"/>
            <a:ext cx="8445500" cy="514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altLang="en-US" noProof="0" dirty="0"/>
              <a:t>Click to edit Master text styles</a:t>
            </a:r>
          </a:p>
          <a:p>
            <a:pPr lvl="1"/>
            <a:r>
              <a:rPr lang="en-US" altLang="en-US" noProof="0" dirty="0"/>
              <a:t>Second level</a:t>
            </a:r>
            <a:endParaRPr lang="en-US" altLang="ko-KR" noProof="0" dirty="0"/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2"/>
            <a:endParaRPr lang="en-US" altLang="en-US" noProof="0" dirty="0"/>
          </a:p>
          <a:p>
            <a:pPr lvl="2"/>
            <a:endParaRPr lang="en-US" altLang="en-US" noProof="0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7767"/>
            <a:ext cx="9144000" cy="767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848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Picture 9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6093296"/>
            <a:ext cx="9180512" cy="759906"/>
          </a:xfrm>
          <a:prstGeom prst="rect">
            <a:avLst/>
          </a:prstGeom>
          <a:noFill/>
          <a:ln>
            <a:noFill/>
          </a:ln>
          <a:effectLst>
            <a:glow>
              <a:schemeClr val="accent1">
                <a:alpha val="80000"/>
              </a:schemeClr>
            </a:glow>
            <a:outerShdw dist="35921" dir="2700000" algn="ctr" rotWithShape="0">
              <a:schemeClr val="bg2"/>
            </a:outerShdw>
            <a:softEdge rad="38100"/>
          </a:effectLst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6407" y="21358"/>
            <a:ext cx="846772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6550" y="836613"/>
            <a:ext cx="8445500" cy="525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  <a:endParaRPr lang="en-US" altLang="ko-KR" dirty="0"/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</p:txBody>
      </p:sp>
      <p:sp>
        <p:nvSpPr>
          <p:cNvPr id="1031" name="Text Box 18"/>
          <p:cNvSpPr txBox="1">
            <a:spLocks noChangeArrowheads="1"/>
          </p:cNvSpPr>
          <p:nvPr userDrawn="1"/>
        </p:nvSpPr>
        <p:spPr bwMode="auto">
          <a:xfrm>
            <a:off x="2771800" y="6259378"/>
            <a:ext cx="601025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Communications Lab.</a:t>
            </a:r>
            <a:r>
              <a:rPr lang="en-US" altLang="ko-KR" sz="1200" b="1" baseline="0" dirty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 (Fall 2017)</a:t>
            </a:r>
          </a:p>
          <a:p>
            <a:pPr algn="r" eaLnBrk="1" hangingPunct="1">
              <a:spcBef>
                <a:spcPct val="50000"/>
              </a:spcBef>
              <a:defRPr/>
            </a:pPr>
            <a:r>
              <a:rPr lang="en-US" altLang="ko-KR" sz="1200" b="1" baseline="0" dirty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Department of Electronic and Electrical Engineering, </a:t>
            </a:r>
            <a:r>
              <a:rPr lang="en-US" altLang="ko-KR" sz="1200" b="1" baseline="0" dirty="0" err="1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Ewha</a:t>
            </a:r>
            <a:r>
              <a:rPr lang="en-US" altLang="ko-KR" sz="1200" b="1" baseline="0" dirty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 </a:t>
            </a:r>
            <a:r>
              <a:rPr lang="en-US" altLang="ko-KR" sz="1200" b="1" baseline="0" dirty="0" err="1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Womans</a:t>
            </a:r>
            <a:r>
              <a:rPr lang="en-US" altLang="ko-KR" sz="1200" b="1" baseline="0" dirty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 University</a:t>
            </a:r>
            <a:endParaRPr lang="en-US" altLang="ko-KR" sz="1200" b="1" dirty="0">
              <a:solidFill>
                <a:schemeClr val="bg1"/>
              </a:solidFill>
              <a:latin typeface="이화체" pitchFamily="2" charset="-127"/>
              <a:ea typeface="이화체" pitchFamily="2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3" r:id="rId2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SzPct val="70000"/>
        <a:buFont typeface="Wingdings" pitchFamily="2" charset="2"/>
        <a:buChar char="l"/>
        <a:defRPr sz="16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SzPct val="7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728" y="3068960"/>
            <a:ext cx="7772400" cy="650777"/>
          </a:xfrm>
        </p:spPr>
        <p:txBody>
          <a:bodyPr anchor="ctr" anchorCtr="0">
            <a:noAutofit/>
          </a:bodyPr>
          <a:lstStyle/>
          <a:p>
            <a:pPr>
              <a:defRPr/>
            </a:pPr>
            <a:r>
              <a:rPr lang="en-US" altLang="ko-KR" sz="2800" dirty="0">
                <a:ea typeface="굴림" pitchFamily="50" charset="-127"/>
              </a:rPr>
              <a:t>FSK</a:t>
            </a:r>
            <a:endParaRPr lang="ko-KR" altLang="en-US" sz="28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36688" y="4077072"/>
            <a:ext cx="6400800" cy="1391866"/>
          </a:xfrm>
        </p:spPr>
        <p:txBody>
          <a:bodyPr/>
          <a:lstStyle/>
          <a:p>
            <a:pPr>
              <a:defRPr/>
            </a:pP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1475043</a:t>
            </a:r>
          </a:p>
          <a:p>
            <a:pPr>
              <a:defRPr/>
            </a:pPr>
            <a:r>
              <a:rPr lang="ko-KR" alt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이효림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defRPr/>
            </a:pP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hyoruim@gmail.com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27424" y="5373216"/>
            <a:ext cx="54193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Department of Electronic </a:t>
            </a:r>
            <a:r>
              <a:rPr lang="en-US" altLang="ko-KR" b="1">
                <a:solidFill>
                  <a:schemeClr val="tx1">
                    <a:lumMod val="75000"/>
                    <a:lumOff val="25000"/>
                  </a:schemeClr>
                </a:solidFill>
              </a:rPr>
              <a:t>and Electrical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Engineering</a:t>
            </a:r>
          </a:p>
          <a:p>
            <a:pPr algn="ctr">
              <a:defRPr/>
            </a:pPr>
            <a:r>
              <a:rPr lang="en-US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Ewha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Womans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University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85847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ORDWRAP" val="0"/>
  <p:tag name="DEFAULTWIDTH" val="483"/>
  <p:tag name="DEFAULTHEIGHT" val="392"/>
  <p:tag name="FONTSIZE" val="10"/>
  <p:tag name="PREAMBLE" val="\documentclass{article}&#10;\pagestyle{empty}&#10;\usepackage{xspace,amssymb,amsfonts,amsmath}&#10;\usepackage{color}&#10;\usepackage{TeX4PPT}&#10;"/>
  <p:tag name="MAGPC" val="200"/>
</p:tagLst>
</file>

<file path=ppt/theme/theme1.xml><?xml version="1.0" encoding="utf-8"?>
<a:theme xmlns:a="http://schemas.openxmlformats.org/drawingml/2006/main" name="LTS4template">
  <a:themeElements>
    <a:clrScheme name="LTS4template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LTS4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TS4template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TS4template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11061</TotalTime>
  <Words>17</Words>
  <Application>Microsoft Office PowerPoint</Application>
  <PresentationFormat>화면 슬라이드 쇼(4:3)</PresentationFormat>
  <Paragraphs>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굴림</vt:lpstr>
      <vt:lpstr>이화체</vt:lpstr>
      <vt:lpstr>Arial</vt:lpstr>
      <vt:lpstr>Wingdings</vt:lpstr>
      <vt:lpstr>LTS4template</vt:lpstr>
      <vt:lpstr>FSK</vt:lpstr>
      <vt:lpstr>PowerPoint 프레젠테이션</vt:lpstr>
    </vt:vector>
  </TitlesOfParts>
  <Company>EPFL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frossard</dc:creator>
  <cp:lastModifiedBy>Hyolim</cp:lastModifiedBy>
  <cp:revision>505</cp:revision>
  <cp:lastPrinted>2012-02-24T14:58:28Z</cp:lastPrinted>
  <dcterms:created xsi:type="dcterms:W3CDTF">2006-08-12T12:19:02Z</dcterms:created>
  <dcterms:modified xsi:type="dcterms:W3CDTF">2017-11-08T07:32:26Z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