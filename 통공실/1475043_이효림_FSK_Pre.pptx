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1"/>
  </p:sldMasterIdLst>
  <p:notesMasterIdLst>
    <p:notesMasterId r:id="rId5"/>
  </p:notesMasterIdLst>
  <p:handoutMasterIdLst>
    <p:handoutMasterId r:id="rId6"/>
  </p:handoutMasterIdLst>
  <p:sldIdLst>
    <p:sldId id="317" r:id="rId2"/>
    <p:sldId id="322" r:id="rId3"/>
    <p:sldId id="323" r:id="rId4"/>
  </p:sldIdLst>
  <p:sldSz cx="9144000" cy="6858000" type="screen4x3"/>
  <p:notesSz cx="7315200" cy="9601200"/>
  <p:custDataLst>
    <p:tags r:id="rId7"/>
  </p:custDataLst>
  <p:defaultTextStyle>
    <a:defPPr>
      <a:defRPr lang="en-US"/>
    </a:defPPr>
    <a:lvl1pPr algn="r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r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r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r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r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0021"/>
    <a:srgbClr val="800000"/>
    <a:srgbClr val="0000CC"/>
    <a:srgbClr val="006600"/>
    <a:srgbClr val="FF0000"/>
    <a:srgbClr val="6699FF"/>
    <a:srgbClr val="000066"/>
    <a:srgbClr val="FF3300"/>
    <a:srgbClr val="0033CC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06" autoAdjust="0"/>
    <p:restoredTop sz="94753" autoAdjust="0"/>
  </p:normalViewPr>
  <p:slideViewPr>
    <p:cSldViewPr snapToObjects="1">
      <p:cViewPr varScale="1">
        <p:scale>
          <a:sx n="94" d="100"/>
          <a:sy n="94" d="100"/>
        </p:scale>
        <p:origin x="1003" y="7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tags" Target="tags/tag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tableStyles" Target="tableStyles.xml"/><Relationship Id="rId5" Type="http://schemas.openxmlformats.org/officeDocument/2006/relationships/notesMaster" Target="notesMasters/notesMaster1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8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l" defTabSz="966788">
              <a:defRPr sz="1300">
                <a:latin typeface="Arial" charset="0"/>
                <a:ea typeface="굴림" charset="-127"/>
                <a:cs typeface="Arial" charset="0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3485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Arial" charset="0"/>
                <a:ea typeface="굴림" charset="-127"/>
                <a:cs typeface="Arial" charset="0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3485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0188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l" defTabSz="966788">
              <a:defRPr sz="1300">
                <a:latin typeface="Arial" charset="0"/>
                <a:ea typeface="굴림" charset="-127"/>
                <a:cs typeface="Arial" charset="0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3485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0188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Arial" charset="0"/>
                <a:ea typeface="굴림" charset="-127"/>
                <a:cs typeface="Arial" charset="0"/>
              </a:defRPr>
            </a:lvl1pPr>
          </a:lstStyle>
          <a:p>
            <a:pPr>
              <a:defRPr/>
            </a:pPr>
            <a:fld id="{5F767509-F31D-4257-8110-ED0F5B2FC2BD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83783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l" defTabSz="966788">
              <a:defRPr sz="1300">
                <a:latin typeface="Arial" charset="0"/>
                <a:ea typeface="굴림" charset="-127"/>
                <a:cs typeface="Arial" charset="0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16691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Arial" charset="0"/>
                <a:ea typeface="굴림" charset="-127"/>
                <a:cs typeface="Arial" charset="0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403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  <p:sp>
        <p:nvSpPr>
          <p:cNvPr id="16691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838" y="4560888"/>
            <a:ext cx="5851525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noProof="0"/>
              <a:t>Click to edit Master text styles</a:t>
            </a:r>
          </a:p>
          <a:p>
            <a:pPr lvl="1"/>
            <a:r>
              <a:rPr lang="en-US" altLang="ko-KR" noProof="0"/>
              <a:t>Second level</a:t>
            </a:r>
          </a:p>
          <a:p>
            <a:pPr lvl="2"/>
            <a:r>
              <a:rPr lang="en-US" altLang="ko-KR" noProof="0"/>
              <a:t>Third level</a:t>
            </a:r>
          </a:p>
          <a:p>
            <a:pPr lvl="3"/>
            <a:r>
              <a:rPr lang="en-US" altLang="ko-KR" noProof="0"/>
              <a:t>Fourth level</a:t>
            </a:r>
          </a:p>
          <a:p>
            <a:pPr lvl="4"/>
            <a:r>
              <a:rPr lang="en-US" altLang="ko-KR" noProof="0"/>
              <a:t>Fifth level</a:t>
            </a:r>
          </a:p>
        </p:txBody>
      </p:sp>
      <p:sp>
        <p:nvSpPr>
          <p:cNvPr id="16691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0188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l" defTabSz="966788">
              <a:defRPr sz="1300">
                <a:latin typeface="Arial" charset="0"/>
                <a:ea typeface="굴림" charset="-127"/>
                <a:cs typeface="Arial" charset="0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16691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0188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Arial" charset="0"/>
                <a:ea typeface="굴림" charset="-127"/>
                <a:cs typeface="Arial" charset="0"/>
              </a:defRPr>
            </a:lvl1pPr>
          </a:lstStyle>
          <a:p>
            <a:pPr>
              <a:defRPr/>
            </a:pPr>
            <a:fld id="{1ADD2597-761D-4D78-923C-A67F4CCC4C31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4289581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953977"/>
            <a:ext cx="7772400" cy="835063"/>
          </a:xfrm>
        </p:spPr>
        <p:txBody>
          <a:bodyPr>
            <a:normAutofit/>
          </a:bodyPr>
          <a:lstStyle>
            <a:lvl1pPr algn="ctr">
              <a:defRPr sz="5400" spc="-150">
                <a:solidFill>
                  <a:srgbClr val="006600"/>
                </a:solidFill>
                <a:latin typeface="이화체" pitchFamily="2" charset="-127"/>
                <a:ea typeface="이화체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41479" y="3933056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이화체" pitchFamily="2" charset="-127"/>
                <a:ea typeface="이화체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</a:t>
            </a:r>
            <a:r>
              <a:rPr lang="ko-KR" altLang="en-US" dirty="0"/>
              <a:t>부제목 스타일 편집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32656"/>
            <a:ext cx="9144000" cy="235743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252536" y="2711646"/>
            <a:ext cx="3175000" cy="15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722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</p:cNvSpPr>
          <p:nvPr>
            <p:ph type="title"/>
          </p:nvPr>
        </p:nvSpPr>
        <p:spPr bwMode="auto">
          <a:xfrm>
            <a:off x="60539" y="20822"/>
            <a:ext cx="8467725" cy="642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</p:cNvSpPr>
          <p:nvPr>
            <p:ph idx="1"/>
          </p:nvPr>
        </p:nvSpPr>
        <p:spPr bwMode="auto">
          <a:xfrm>
            <a:off x="336550" y="836613"/>
            <a:ext cx="8445500" cy="5146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</a:lstStyle>
          <a:p>
            <a:pPr lvl="0"/>
            <a:r>
              <a:rPr lang="en-US" altLang="en-US" noProof="0" dirty="0"/>
              <a:t>Click to edit Master text styles</a:t>
            </a:r>
          </a:p>
          <a:p>
            <a:pPr lvl="1"/>
            <a:r>
              <a:rPr lang="en-US" altLang="en-US" noProof="0" dirty="0"/>
              <a:t>Second level</a:t>
            </a:r>
            <a:endParaRPr lang="en-US" altLang="ko-KR" noProof="0" dirty="0"/>
          </a:p>
          <a:p>
            <a:pPr lvl="2"/>
            <a:r>
              <a:rPr lang="en-US" altLang="ko-KR" noProof="0" dirty="0"/>
              <a:t>Third Level</a:t>
            </a:r>
          </a:p>
          <a:p>
            <a:pPr lvl="3"/>
            <a:r>
              <a:rPr lang="en-US" altLang="ko-KR" noProof="0" dirty="0"/>
              <a:t>Fourth Level</a:t>
            </a:r>
          </a:p>
          <a:p>
            <a:pPr lvl="2"/>
            <a:endParaRPr lang="en-US" altLang="en-US" noProof="0" dirty="0"/>
          </a:p>
          <a:p>
            <a:pPr lvl="2"/>
            <a:endParaRPr lang="en-US" altLang="en-US" noProof="0" dirty="0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7767"/>
            <a:ext cx="9144000" cy="767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848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3" name="Picture 9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6512" y="6093296"/>
            <a:ext cx="9180512" cy="759906"/>
          </a:xfrm>
          <a:prstGeom prst="rect">
            <a:avLst/>
          </a:prstGeom>
          <a:noFill/>
          <a:ln>
            <a:noFill/>
          </a:ln>
          <a:effectLst>
            <a:glow>
              <a:schemeClr val="accent1">
                <a:alpha val="80000"/>
              </a:schemeClr>
            </a:glow>
            <a:outerShdw dist="35921" dir="2700000" algn="ctr" rotWithShape="0">
              <a:schemeClr val="bg2"/>
            </a:outerShdw>
            <a:softEdge rad="38100"/>
          </a:effectLst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6407" y="21358"/>
            <a:ext cx="8467725" cy="642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9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6550" y="836613"/>
            <a:ext cx="8445500" cy="52566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  <a:endParaRPr lang="en-US" altLang="ko-KR" dirty="0"/>
          </a:p>
          <a:p>
            <a:pPr lvl="2"/>
            <a:r>
              <a:rPr lang="en-US" altLang="ko-KR" dirty="0"/>
              <a:t>Third Level</a:t>
            </a:r>
          </a:p>
          <a:p>
            <a:pPr lvl="3"/>
            <a:r>
              <a:rPr lang="en-US" altLang="ko-KR" dirty="0"/>
              <a:t>Fourth Level</a:t>
            </a:r>
          </a:p>
          <a:p>
            <a:pPr lvl="2"/>
            <a:endParaRPr lang="en-US" altLang="en-US" dirty="0"/>
          </a:p>
          <a:p>
            <a:pPr lvl="2"/>
            <a:endParaRPr lang="en-US" altLang="en-US" dirty="0"/>
          </a:p>
        </p:txBody>
      </p:sp>
      <p:sp>
        <p:nvSpPr>
          <p:cNvPr id="1031" name="Text Box 18"/>
          <p:cNvSpPr txBox="1">
            <a:spLocks noChangeArrowheads="1"/>
          </p:cNvSpPr>
          <p:nvPr userDrawn="1"/>
        </p:nvSpPr>
        <p:spPr bwMode="auto">
          <a:xfrm>
            <a:off x="2771800" y="6259378"/>
            <a:ext cx="6010250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14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r>
              <a:rPr lang="en-US" altLang="ko-KR" sz="1200" b="1" dirty="0">
                <a:solidFill>
                  <a:schemeClr val="bg1"/>
                </a:solidFill>
                <a:latin typeface="이화체" pitchFamily="2" charset="-127"/>
                <a:ea typeface="이화체" pitchFamily="2" charset="-127"/>
              </a:rPr>
              <a:t>Communications Lab.</a:t>
            </a:r>
            <a:r>
              <a:rPr lang="en-US" altLang="ko-KR" sz="1200" b="1" baseline="0" dirty="0">
                <a:solidFill>
                  <a:schemeClr val="bg1"/>
                </a:solidFill>
                <a:latin typeface="이화체" pitchFamily="2" charset="-127"/>
                <a:ea typeface="이화체" pitchFamily="2" charset="-127"/>
              </a:rPr>
              <a:t> (Fall 2017)</a:t>
            </a:r>
          </a:p>
          <a:p>
            <a:pPr algn="r" eaLnBrk="1" hangingPunct="1">
              <a:spcBef>
                <a:spcPct val="50000"/>
              </a:spcBef>
              <a:defRPr/>
            </a:pPr>
            <a:r>
              <a:rPr lang="en-US" altLang="ko-KR" sz="1200" b="1" baseline="0" dirty="0">
                <a:solidFill>
                  <a:schemeClr val="bg1"/>
                </a:solidFill>
                <a:latin typeface="이화체" pitchFamily="2" charset="-127"/>
                <a:ea typeface="이화체" pitchFamily="2" charset="-127"/>
              </a:rPr>
              <a:t>Department of Electronic and Electrical Engineering, </a:t>
            </a:r>
            <a:r>
              <a:rPr lang="en-US" altLang="ko-KR" sz="1200" b="1" baseline="0" dirty="0" err="1">
                <a:solidFill>
                  <a:schemeClr val="bg1"/>
                </a:solidFill>
                <a:latin typeface="이화체" pitchFamily="2" charset="-127"/>
                <a:ea typeface="이화체" pitchFamily="2" charset="-127"/>
              </a:rPr>
              <a:t>Ewha</a:t>
            </a:r>
            <a:r>
              <a:rPr lang="en-US" altLang="ko-KR" sz="1200" b="1" baseline="0" dirty="0">
                <a:solidFill>
                  <a:schemeClr val="bg1"/>
                </a:solidFill>
                <a:latin typeface="이화체" pitchFamily="2" charset="-127"/>
                <a:ea typeface="이화체" pitchFamily="2" charset="-127"/>
              </a:rPr>
              <a:t> </a:t>
            </a:r>
            <a:r>
              <a:rPr lang="en-US" altLang="ko-KR" sz="1200" b="1" baseline="0" dirty="0" err="1">
                <a:solidFill>
                  <a:schemeClr val="bg1"/>
                </a:solidFill>
                <a:latin typeface="이화체" pitchFamily="2" charset="-127"/>
                <a:ea typeface="이화체" pitchFamily="2" charset="-127"/>
              </a:rPr>
              <a:t>Womans</a:t>
            </a:r>
            <a:r>
              <a:rPr lang="en-US" altLang="ko-KR" sz="1200" b="1" baseline="0" dirty="0">
                <a:solidFill>
                  <a:schemeClr val="bg1"/>
                </a:solidFill>
                <a:latin typeface="이화체" pitchFamily="2" charset="-127"/>
                <a:ea typeface="이화체" pitchFamily="2" charset="-127"/>
              </a:rPr>
              <a:t> University</a:t>
            </a:r>
            <a:endParaRPr lang="en-US" altLang="ko-KR" sz="1200" b="1" dirty="0">
              <a:solidFill>
                <a:schemeClr val="bg1"/>
              </a:solidFill>
              <a:latin typeface="이화체" pitchFamily="2" charset="-127"/>
              <a:ea typeface="이화체" pitchFamily="2" charset="-12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3" r:id="rId2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tx1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tx1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tx1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tx1"/>
          </a:solidFill>
          <a:latin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900" b="1">
          <a:solidFill>
            <a:srgbClr val="0000CC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900" b="1">
          <a:solidFill>
            <a:srgbClr val="0000CC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900" b="1">
          <a:solidFill>
            <a:srgbClr val="0000CC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900" b="1">
          <a:solidFill>
            <a:srgbClr val="0000CC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3300"/>
        </a:buClr>
        <a:buFont typeface="Wingdings" pitchFamily="2" charset="2"/>
        <a:buChar char="§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692150" indent="-347663" algn="l" rtl="0" eaLnBrk="0" fontAlgn="base" hangingPunct="0">
        <a:spcBef>
          <a:spcPct val="20000"/>
        </a:spcBef>
        <a:spcAft>
          <a:spcPct val="0"/>
        </a:spcAft>
        <a:buClr>
          <a:srgbClr val="003300"/>
        </a:buClr>
        <a:buFont typeface="Arial" charset="0"/>
        <a:buChar char="–"/>
        <a:defRPr sz="2000">
          <a:solidFill>
            <a:schemeClr val="tx1"/>
          </a:solidFill>
          <a:latin typeface="+mn-lt"/>
        </a:defRPr>
      </a:lvl2pPr>
      <a:lvl3pPr marL="987425" indent="-293688" algn="l" rtl="0" eaLnBrk="0" fontAlgn="base" hangingPunct="0">
        <a:spcBef>
          <a:spcPct val="20000"/>
        </a:spcBef>
        <a:spcAft>
          <a:spcPct val="0"/>
        </a:spcAft>
        <a:buClr>
          <a:srgbClr val="003300"/>
        </a:buClr>
        <a:buSzPct val="70000"/>
        <a:buFont typeface="Wingdings" pitchFamily="2" charset="2"/>
        <a:buChar char="l"/>
        <a:defRPr sz="1600">
          <a:solidFill>
            <a:schemeClr val="tx1"/>
          </a:solidFill>
          <a:latin typeface="+mn-lt"/>
        </a:defRPr>
      </a:lvl3pPr>
      <a:lvl4pPr marL="1281113" indent="-292100" algn="l" rtl="0" eaLnBrk="0" fontAlgn="base" hangingPunct="0">
        <a:spcBef>
          <a:spcPct val="20000"/>
        </a:spcBef>
        <a:spcAft>
          <a:spcPct val="0"/>
        </a:spcAft>
        <a:buClr>
          <a:srgbClr val="003300"/>
        </a:buClr>
        <a:buSzPct val="75000"/>
        <a:buFont typeface="Wingdings" pitchFamily="2" charset="2"/>
        <a:buChar char="§"/>
        <a:defRPr>
          <a:solidFill>
            <a:schemeClr val="tx1"/>
          </a:solidFill>
          <a:latin typeface="+mn-lt"/>
        </a:defRPr>
      </a:lvl4pPr>
      <a:lvl5pPr marL="1598613" indent="-315913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5pPr>
      <a:lvl6pPr marL="2055813" indent="-315913" algn="l" rtl="0" fontAlgn="base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513013" indent="-315913" algn="l" rtl="0" fontAlgn="base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2970213" indent="-315913" algn="l" rtl="0" fontAlgn="base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427413" indent="-315913" algn="l" rtl="0" fontAlgn="base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728" y="3068960"/>
            <a:ext cx="7772400" cy="650777"/>
          </a:xfrm>
        </p:spPr>
        <p:txBody>
          <a:bodyPr anchor="ctr" anchorCtr="0">
            <a:noAutofit/>
          </a:bodyPr>
          <a:lstStyle/>
          <a:p>
            <a:pPr>
              <a:defRPr/>
            </a:pPr>
            <a:r>
              <a:rPr lang="en-US" altLang="ko-KR" sz="2800" dirty="0">
                <a:ea typeface="굴림" pitchFamily="50" charset="-127"/>
              </a:rPr>
              <a:t>FSK</a:t>
            </a:r>
            <a:endParaRPr lang="ko-KR" altLang="en-US" sz="280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36688" y="4077072"/>
            <a:ext cx="6400800" cy="1391866"/>
          </a:xfrm>
        </p:spPr>
        <p:txBody>
          <a:bodyPr/>
          <a:lstStyle/>
          <a:p>
            <a:pPr>
              <a:defRPr/>
            </a:pPr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1475043</a:t>
            </a:r>
          </a:p>
          <a:p>
            <a:pPr>
              <a:defRPr/>
            </a:pPr>
            <a:r>
              <a:rPr lang="ko-KR" altLang="en-US" sz="20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이효림</a:t>
            </a:r>
            <a:endParaRPr lang="en-US" altLang="ko-KR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defRPr/>
            </a:pP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hyoruim@gmail.com</a:t>
            </a:r>
            <a:endParaRPr lang="ko-KR" altLang="en-US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927424" y="5373216"/>
            <a:ext cx="54193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Department of Electronic </a:t>
            </a:r>
            <a:r>
              <a:rPr lang="en-US" altLang="ko-KR" b="1">
                <a:solidFill>
                  <a:schemeClr val="tx1">
                    <a:lumMod val="75000"/>
                    <a:lumOff val="25000"/>
                  </a:schemeClr>
                </a:solidFill>
              </a:rPr>
              <a:t>and Electrical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Engineering</a:t>
            </a:r>
          </a:p>
          <a:p>
            <a:pPr algn="ctr">
              <a:defRPr/>
            </a:pPr>
            <a:r>
              <a:rPr lang="en-US" altLang="ko-KR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Ewha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Womans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University</a:t>
            </a:r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</a:t>
            </a:r>
            <a:endParaRPr lang="ko-KR" altLang="en-US" dirty="0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D3BCCF06-AD6C-4237-9D5C-7D7ABB2E942F}"/>
              </a:ext>
            </a:extLst>
          </p:cNvPr>
          <p:cNvGrpSpPr/>
          <p:nvPr/>
        </p:nvGrpSpPr>
        <p:grpSpPr>
          <a:xfrm>
            <a:off x="981075" y="2195512"/>
            <a:ext cx="7181850" cy="2466975"/>
            <a:chOff x="1062558" y="2195512"/>
            <a:chExt cx="7181850" cy="2466975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8BF5E789-6967-487B-93CE-A4CF1EC1FC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62558" y="2195512"/>
              <a:ext cx="7181850" cy="2466975"/>
            </a:xfrm>
            <a:prstGeom prst="rect">
              <a:avLst/>
            </a:prstGeom>
          </p:spPr>
        </p:pic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DE6A7B8-550D-44DD-8C75-8387E74CF3E7}"/>
                </a:ext>
              </a:extLst>
            </p:cNvPr>
            <p:cNvSpPr/>
            <p:nvPr/>
          </p:nvSpPr>
          <p:spPr>
            <a:xfrm>
              <a:off x="1691680" y="2420888"/>
              <a:ext cx="6264696" cy="1800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CE453C87-BF0E-43FE-B4C0-7C820B1601F7}"/>
                </a:ext>
              </a:extLst>
            </p:cNvPr>
            <p:cNvGrpSpPr/>
            <p:nvPr/>
          </p:nvGrpSpPr>
          <p:grpSpPr>
            <a:xfrm>
              <a:off x="1691680" y="2852936"/>
              <a:ext cx="6264696" cy="1080120"/>
              <a:chOff x="1691680" y="2852936"/>
              <a:chExt cx="6264696" cy="1080120"/>
            </a:xfrm>
          </p:grpSpPr>
          <p:cxnSp>
            <p:nvCxnSpPr>
              <p:cNvPr id="6" name="직선 연결선 5">
                <a:extLst>
                  <a:ext uri="{FF2B5EF4-FFF2-40B4-BE49-F238E27FC236}">
                    <a16:creationId xmlns:a16="http://schemas.microsoft.com/office/drawing/2014/main" id="{EB2F4A02-E1D2-468E-B900-62C5436C6DC9}"/>
                  </a:ext>
                </a:extLst>
              </p:cNvPr>
              <p:cNvCxnSpPr/>
              <p:nvPr/>
            </p:nvCxnSpPr>
            <p:spPr>
              <a:xfrm flipH="1">
                <a:off x="6444208" y="2852936"/>
                <a:ext cx="1512168" cy="0"/>
              </a:xfrm>
              <a:prstGeom prst="line">
                <a:avLst/>
              </a:prstGeom>
              <a:ln w="76200">
                <a:solidFill>
                  <a:srgbClr val="A5002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직선 연결선 6">
                <a:extLst>
                  <a:ext uri="{FF2B5EF4-FFF2-40B4-BE49-F238E27FC236}">
                    <a16:creationId xmlns:a16="http://schemas.microsoft.com/office/drawing/2014/main" id="{95D02CEA-7BD3-47A5-9C84-6C32A5C17D5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80112" y="3933056"/>
                <a:ext cx="864096" cy="0"/>
              </a:xfrm>
              <a:prstGeom prst="line">
                <a:avLst/>
              </a:prstGeom>
              <a:ln w="76200">
                <a:solidFill>
                  <a:srgbClr val="A5002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BE4943F7-6794-4044-8364-BBCAD32502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88024" y="2867135"/>
                <a:ext cx="792088" cy="0"/>
              </a:xfrm>
              <a:prstGeom prst="line">
                <a:avLst/>
              </a:prstGeom>
              <a:ln w="76200">
                <a:solidFill>
                  <a:srgbClr val="A5002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0F3D2942-2D4C-4940-AC55-560C31E95C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95936" y="3933056"/>
                <a:ext cx="792088" cy="0"/>
              </a:xfrm>
              <a:prstGeom prst="line">
                <a:avLst/>
              </a:prstGeom>
              <a:ln w="76200">
                <a:solidFill>
                  <a:srgbClr val="A5002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>
                <a:extLst>
                  <a:ext uri="{FF2B5EF4-FFF2-40B4-BE49-F238E27FC236}">
                    <a16:creationId xmlns:a16="http://schemas.microsoft.com/office/drawing/2014/main" id="{8E1CE489-A11C-47AF-875E-B246E4143E9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275856" y="2867135"/>
                <a:ext cx="720080" cy="0"/>
              </a:xfrm>
              <a:prstGeom prst="line">
                <a:avLst/>
              </a:prstGeom>
              <a:ln w="76200">
                <a:solidFill>
                  <a:srgbClr val="A5002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DC96501D-559B-43B0-8455-3C1405F949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691680" y="3933056"/>
                <a:ext cx="1584176" cy="0"/>
              </a:xfrm>
              <a:prstGeom prst="line">
                <a:avLst/>
              </a:prstGeom>
              <a:ln w="76200">
                <a:solidFill>
                  <a:srgbClr val="A5002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직선 연결선 16">
                <a:extLst>
                  <a:ext uri="{FF2B5EF4-FFF2-40B4-BE49-F238E27FC236}">
                    <a16:creationId xmlns:a16="http://schemas.microsoft.com/office/drawing/2014/main" id="{EA4E8D9F-88F6-4966-8B5F-DB7F828453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275856" y="2852936"/>
                <a:ext cx="0" cy="1080120"/>
              </a:xfrm>
              <a:prstGeom prst="line">
                <a:avLst/>
              </a:prstGeom>
              <a:ln w="76200">
                <a:solidFill>
                  <a:srgbClr val="A5002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직선 연결선 19">
                <a:extLst>
                  <a:ext uri="{FF2B5EF4-FFF2-40B4-BE49-F238E27FC236}">
                    <a16:creationId xmlns:a16="http://schemas.microsoft.com/office/drawing/2014/main" id="{EA63D22B-ADDE-4E57-96D9-2A5998B7F3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995936" y="2852936"/>
                <a:ext cx="0" cy="1080120"/>
              </a:xfrm>
              <a:prstGeom prst="line">
                <a:avLst/>
              </a:prstGeom>
              <a:ln w="76200">
                <a:solidFill>
                  <a:srgbClr val="A5002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직선 연결선 20">
                <a:extLst>
                  <a:ext uri="{FF2B5EF4-FFF2-40B4-BE49-F238E27FC236}">
                    <a16:creationId xmlns:a16="http://schemas.microsoft.com/office/drawing/2014/main" id="{F5B59ACC-A814-42EF-B721-E548386A0B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788024" y="2852936"/>
                <a:ext cx="0" cy="1080120"/>
              </a:xfrm>
              <a:prstGeom prst="line">
                <a:avLst/>
              </a:prstGeom>
              <a:ln w="76200">
                <a:solidFill>
                  <a:srgbClr val="A5002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직선 연결선 21">
                <a:extLst>
                  <a:ext uri="{FF2B5EF4-FFF2-40B4-BE49-F238E27FC236}">
                    <a16:creationId xmlns:a16="http://schemas.microsoft.com/office/drawing/2014/main" id="{FE1D49D2-3C5F-4BE0-A4F3-5ADF78739D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93499" y="2852936"/>
                <a:ext cx="0" cy="1080120"/>
              </a:xfrm>
              <a:prstGeom prst="line">
                <a:avLst/>
              </a:prstGeom>
              <a:ln w="76200">
                <a:solidFill>
                  <a:srgbClr val="A5002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직선 연결선 22">
                <a:extLst>
                  <a:ext uri="{FF2B5EF4-FFF2-40B4-BE49-F238E27FC236}">
                    <a16:creationId xmlns:a16="http://schemas.microsoft.com/office/drawing/2014/main" id="{F327C224-679B-4FE1-A308-C09D229598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44208" y="2852936"/>
                <a:ext cx="0" cy="1080120"/>
              </a:xfrm>
              <a:prstGeom prst="line">
                <a:avLst/>
              </a:prstGeom>
              <a:ln w="76200">
                <a:solidFill>
                  <a:srgbClr val="A5002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8A8D003A-3A89-4E5F-A5CE-D6C7E76E4623}"/>
                </a:ext>
              </a:extLst>
            </p:cNvPr>
            <p:cNvSpPr/>
            <p:nvPr/>
          </p:nvSpPr>
          <p:spPr>
            <a:xfrm>
              <a:off x="1146194" y="2348879"/>
              <a:ext cx="490642" cy="2016222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03C7C22-FCCC-4712-B13E-3947199C11B5}"/>
                </a:ext>
              </a:extLst>
            </p:cNvPr>
            <p:cNvSpPr txBox="1"/>
            <p:nvPr/>
          </p:nvSpPr>
          <p:spPr>
            <a:xfrm>
              <a:off x="1331640" y="3789040"/>
              <a:ext cx="21602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0</a:t>
              </a:r>
              <a:endParaRPr lang="ko-KR" altLang="en-US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3A519E8-E2C4-44C4-8D33-78432B1758E7}"/>
                </a:ext>
              </a:extLst>
            </p:cNvPr>
            <p:cNvSpPr txBox="1"/>
            <p:nvPr/>
          </p:nvSpPr>
          <p:spPr>
            <a:xfrm>
              <a:off x="1331640" y="2699047"/>
              <a:ext cx="21602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1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388584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</a:t>
            </a:r>
            <a:endParaRPr lang="ko-KR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FF338169-01F6-4185-A485-499315A777F7}"/>
              </a:ext>
            </a:extLst>
          </p:cNvPr>
          <p:cNvGrpSpPr/>
          <p:nvPr/>
        </p:nvGrpSpPr>
        <p:grpSpPr>
          <a:xfrm>
            <a:off x="1913199" y="2786061"/>
            <a:ext cx="5292201" cy="1285877"/>
            <a:chOff x="1368030" y="2996949"/>
            <a:chExt cx="5292201" cy="1285877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63E6F5DD-C386-45F2-BADC-8A89A5DDB4A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35736"/>
            <a:stretch/>
          </p:blipFill>
          <p:spPr>
            <a:xfrm>
              <a:off x="1979712" y="2996949"/>
              <a:ext cx="648841" cy="1285875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83B97DD4-F4DA-43E1-B617-255F521343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35736"/>
            <a:stretch/>
          </p:blipFill>
          <p:spPr>
            <a:xfrm>
              <a:off x="4895651" y="2996951"/>
              <a:ext cx="648841" cy="1285875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D07762FF-63AB-4225-B57E-C9DEC8923C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8258" r="3456"/>
            <a:stretch/>
          </p:blipFill>
          <p:spPr>
            <a:xfrm>
              <a:off x="2592164" y="3035051"/>
              <a:ext cx="1152128" cy="1133475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6B75C406-F45B-44D0-9D29-87FFBE55F8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8258" r="3456"/>
            <a:stretch/>
          </p:blipFill>
          <p:spPr>
            <a:xfrm>
              <a:off x="5508103" y="3035051"/>
              <a:ext cx="1152128" cy="1133475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720B1F1D-D668-4EA2-B0D9-5EE26E10E2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8258" r="3456"/>
            <a:stretch/>
          </p:blipFill>
          <p:spPr>
            <a:xfrm>
              <a:off x="3744293" y="3035051"/>
              <a:ext cx="1152128" cy="1133475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A39FB12C-3F5E-4395-B54F-A1F2363E942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35736"/>
            <a:stretch/>
          </p:blipFill>
          <p:spPr>
            <a:xfrm>
              <a:off x="1368030" y="2996950"/>
              <a:ext cx="648841" cy="12858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393710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EFAULTFONTSIZE" val="10"/>
  <p:tag name="DEFAULTWORDWRAP" val="0"/>
  <p:tag name="DEFAULTWIDTH" val="483"/>
  <p:tag name="DEFAULTHEIGHT" val="392"/>
  <p:tag name="FONTSIZE" val="10"/>
  <p:tag name="PREAMBLE" val="\documentclass{article}&#10;\pagestyle{empty}&#10;\usepackage{xspace,amssymb,amsfonts,amsmath}&#10;\usepackage{color}&#10;\usepackage{TeX4PPT}&#10;"/>
  <p:tag name="MAGPC" val="200"/>
</p:tagLst>
</file>

<file path=ppt/theme/theme1.xml><?xml version="1.0" encoding="utf-8"?>
<a:theme xmlns:a="http://schemas.openxmlformats.org/drawingml/2006/main" name="LTS4template">
  <a:themeElements>
    <a:clrScheme name="LTS4template 10">
      <a:dk1>
        <a:srgbClr val="000000"/>
      </a:dk1>
      <a:lt1>
        <a:srgbClr val="FFFFFF"/>
      </a:lt1>
      <a:dk2>
        <a:srgbClr val="330066"/>
      </a:dk2>
      <a:lt2>
        <a:srgbClr val="808080"/>
      </a:lt2>
      <a:accent1>
        <a:srgbClr val="CCCC00"/>
      </a:accent1>
      <a:accent2>
        <a:srgbClr val="669999"/>
      </a:accent2>
      <a:accent3>
        <a:srgbClr val="FFFFFF"/>
      </a:accent3>
      <a:accent4>
        <a:srgbClr val="000000"/>
      </a:accent4>
      <a:accent5>
        <a:srgbClr val="E2E2AA"/>
      </a:accent5>
      <a:accent6>
        <a:srgbClr val="5C8A8A"/>
      </a:accent6>
      <a:hlink>
        <a:srgbClr val="7E9CE8"/>
      </a:hlink>
      <a:folHlink>
        <a:srgbClr val="D8D8EC"/>
      </a:folHlink>
    </a:clrScheme>
    <a:fontScheme name="LTS4temp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LTS4template 1">
        <a:dk1>
          <a:srgbClr val="4F747B"/>
        </a:dk1>
        <a:lt1>
          <a:srgbClr val="FFFFFF"/>
        </a:lt1>
        <a:dk2>
          <a:srgbClr val="000000"/>
        </a:dk2>
        <a:lt2>
          <a:srgbClr val="C0C0C0"/>
        </a:lt2>
        <a:accent1>
          <a:srgbClr val="859868"/>
        </a:accent1>
        <a:accent2>
          <a:srgbClr val="5F5F5F"/>
        </a:accent2>
        <a:accent3>
          <a:srgbClr val="AAAAAA"/>
        </a:accent3>
        <a:accent4>
          <a:srgbClr val="DADADA"/>
        </a:accent4>
        <a:accent5>
          <a:srgbClr val="C2CAB9"/>
        </a:accent5>
        <a:accent6>
          <a:srgbClr val="555555"/>
        </a:accent6>
        <a:hlink>
          <a:srgbClr val="5F5F5F"/>
        </a:hlink>
        <a:folHlink>
          <a:srgbClr val="BA121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S4template 2">
        <a:dk1>
          <a:srgbClr val="3C0000"/>
        </a:dk1>
        <a:lt1>
          <a:srgbClr val="FFFFFF"/>
        </a:lt1>
        <a:dk2>
          <a:srgbClr val="4D0B0B"/>
        </a:dk2>
        <a:lt2>
          <a:srgbClr val="FFFFFF"/>
        </a:lt2>
        <a:accent1>
          <a:srgbClr val="666633"/>
        </a:accent1>
        <a:accent2>
          <a:srgbClr val="CC3300"/>
        </a:accent2>
        <a:accent3>
          <a:srgbClr val="B2AAAA"/>
        </a:accent3>
        <a:accent4>
          <a:srgbClr val="DADADA"/>
        </a:accent4>
        <a:accent5>
          <a:srgbClr val="B8B8AD"/>
        </a:accent5>
        <a:accent6>
          <a:srgbClr val="B92D00"/>
        </a:accent6>
        <a:hlink>
          <a:srgbClr val="CC9900"/>
        </a:hlink>
        <a:folHlink>
          <a:srgbClr val="CCCC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S4template 3">
        <a:dk1>
          <a:srgbClr val="666699"/>
        </a:dk1>
        <a:lt1>
          <a:srgbClr val="FFFFFF"/>
        </a:lt1>
        <a:dk2>
          <a:srgbClr val="15192B"/>
        </a:dk2>
        <a:lt2>
          <a:srgbClr val="CCCCFF"/>
        </a:lt2>
        <a:accent1>
          <a:srgbClr val="4F893D"/>
        </a:accent1>
        <a:accent2>
          <a:srgbClr val="666699"/>
        </a:accent2>
        <a:accent3>
          <a:srgbClr val="AAABAC"/>
        </a:accent3>
        <a:accent4>
          <a:srgbClr val="DADADA"/>
        </a:accent4>
        <a:accent5>
          <a:srgbClr val="B2C4AF"/>
        </a:accent5>
        <a:accent6>
          <a:srgbClr val="5C5C8A"/>
        </a:accent6>
        <a:hlink>
          <a:srgbClr val="CC9900"/>
        </a:hlink>
        <a:folHlink>
          <a:srgbClr val="4837C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S4template 4">
        <a:dk1>
          <a:srgbClr val="666699"/>
        </a:dk1>
        <a:lt1>
          <a:srgbClr val="FFFFFF"/>
        </a:lt1>
        <a:dk2>
          <a:srgbClr val="86001A"/>
        </a:dk2>
        <a:lt2>
          <a:srgbClr val="CCCC66"/>
        </a:lt2>
        <a:accent1>
          <a:srgbClr val="FF3300"/>
        </a:accent1>
        <a:accent2>
          <a:srgbClr val="FF6600"/>
        </a:accent2>
        <a:accent3>
          <a:srgbClr val="C3AAAB"/>
        </a:accent3>
        <a:accent4>
          <a:srgbClr val="DADADA"/>
        </a:accent4>
        <a:accent5>
          <a:srgbClr val="FFADAA"/>
        </a:accent5>
        <a:accent6>
          <a:srgbClr val="E75C00"/>
        </a:accent6>
        <a:hlink>
          <a:srgbClr val="CC9900"/>
        </a:hlink>
        <a:folHlink>
          <a:srgbClr val="FF0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S4template 5">
        <a:dk1>
          <a:srgbClr val="666699"/>
        </a:dk1>
        <a:lt1>
          <a:srgbClr val="FFFFFF"/>
        </a:lt1>
        <a:dk2>
          <a:srgbClr val="000054"/>
        </a:dk2>
        <a:lt2>
          <a:srgbClr val="FFFFFF"/>
        </a:lt2>
        <a:accent1>
          <a:srgbClr val="3333FF"/>
        </a:accent1>
        <a:accent2>
          <a:srgbClr val="006699"/>
        </a:accent2>
        <a:accent3>
          <a:srgbClr val="AAAAB3"/>
        </a:accent3>
        <a:accent4>
          <a:srgbClr val="DADADA"/>
        </a:accent4>
        <a:accent5>
          <a:srgbClr val="ADADFF"/>
        </a:accent5>
        <a:accent6>
          <a:srgbClr val="005C8A"/>
        </a:accent6>
        <a:hlink>
          <a:srgbClr val="669900"/>
        </a:hlink>
        <a:folHlink>
          <a:srgbClr val="0000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S4template 6">
        <a:dk1>
          <a:srgbClr val="808080"/>
        </a:dk1>
        <a:lt1>
          <a:srgbClr val="FFFFFF"/>
        </a:lt1>
        <a:dk2>
          <a:srgbClr val="30054B"/>
        </a:dk2>
        <a:lt2>
          <a:srgbClr val="FFFFFF"/>
        </a:lt2>
        <a:accent1>
          <a:srgbClr val="797B9B"/>
        </a:accent1>
        <a:accent2>
          <a:srgbClr val="6B4FB1"/>
        </a:accent2>
        <a:accent3>
          <a:srgbClr val="ADAAB1"/>
        </a:accent3>
        <a:accent4>
          <a:srgbClr val="DADADA"/>
        </a:accent4>
        <a:accent5>
          <a:srgbClr val="BEBFCB"/>
        </a:accent5>
        <a:accent6>
          <a:srgbClr val="6047A0"/>
        </a:accent6>
        <a:hlink>
          <a:srgbClr val="7AACCE"/>
        </a:hlink>
        <a:folHlink>
          <a:srgbClr val="D8D8E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S4template 7">
        <a:dk1>
          <a:srgbClr val="808080"/>
        </a:dk1>
        <a:lt1>
          <a:srgbClr val="FFFFCC"/>
        </a:lt1>
        <a:dk2>
          <a:srgbClr val="29527B"/>
        </a:dk2>
        <a:lt2>
          <a:srgbClr val="FFFFFF"/>
        </a:lt2>
        <a:accent1>
          <a:srgbClr val="CCCC00"/>
        </a:accent1>
        <a:accent2>
          <a:srgbClr val="669999"/>
        </a:accent2>
        <a:accent3>
          <a:srgbClr val="ACB3BF"/>
        </a:accent3>
        <a:accent4>
          <a:srgbClr val="DADAAE"/>
        </a:accent4>
        <a:accent5>
          <a:srgbClr val="E2E2AA"/>
        </a:accent5>
        <a:accent6>
          <a:srgbClr val="5C8A8A"/>
        </a:accent6>
        <a:hlink>
          <a:srgbClr val="D8D8EC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S4template 8">
        <a:dk1>
          <a:srgbClr val="666699"/>
        </a:dk1>
        <a:lt1>
          <a:srgbClr val="FFFFFF"/>
        </a:lt1>
        <a:dk2>
          <a:srgbClr val="476949"/>
        </a:dk2>
        <a:lt2>
          <a:srgbClr val="FFFFFF"/>
        </a:lt2>
        <a:accent1>
          <a:srgbClr val="CC6600"/>
        </a:accent1>
        <a:accent2>
          <a:srgbClr val="CC9900"/>
        </a:accent2>
        <a:accent3>
          <a:srgbClr val="B1B9B1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452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S4template 9">
        <a:dk1>
          <a:srgbClr val="000000"/>
        </a:dk1>
        <a:lt1>
          <a:srgbClr val="FFFFFF"/>
        </a:lt1>
        <a:dk2>
          <a:srgbClr val="7C1302"/>
        </a:dk2>
        <a:lt2>
          <a:srgbClr val="CC9900"/>
        </a:lt2>
        <a:accent1>
          <a:srgbClr val="CC9900"/>
        </a:accent1>
        <a:accent2>
          <a:srgbClr val="CC3300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B92D00"/>
        </a:accent6>
        <a:hlink>
          <a:srgbClr val="808080"/>
        </a:hlink>
        <a:folHlink>
          <a:srgbClr val="CC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TS4template 10">
        <a:dk1>
          <a:srgbClr val="000000"/>
        </a:dk1>
        <a:lt1>
          <a:srgbClr val="FFFFFF"/>
        </a:lt1>
        <a:dk2>
          <a:srgbClr val="330066"/>
        </a:dk2>
        <a:lt2>
          <a:srgbClr val="808080"/>
        </a:lt2>
        <a:accent1>
          <a:srgbClr val="CCCC00"/>
        </a:accent1>
        <a:accent2>
          <a:srgbClr val="669999"/>
        </a:accent2>
        <a:accent3>
          <a:srgbClr val="FFFFFF"/>
        </a:accent3>
        <a:accent4>
          <a:srgbClr val="000000"/>
        </a:accent4>
        <a:accent5>
          <a:srgbClr val="E2E2AA"/>
        </a:accent5>
        <a:accent6>
          <a:srgbClr val="5C8A8A"/>
        </a:accent6>
        <a:hlink>
          <a:srgbClr val="7E9CE8"/>
        </a:hlink>
        <a:folHlink>
          <a:srgbClr val="D8D8E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11219</TotalTime>
  <Words>23</Words>
  <Application>Microsoft Office PowerPoint</Application>
  <PresentationFormat>화면 슬라이드 쇼(4:3)</PresentationFormat>
  <Paragraphs>10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8" baseType="lpstr">
      <vt:lpstr>굴림</vt:lpstr>
      <vt:lpstr>이화체</vt:lpstr>
      <vt:lpstr>Arial</vt:lpstr>
      <vt:lpstr>Wingdings</vt:lpstr>
      <vt:lpstr>LTS4template</vt:lpstr>
      <vt:lpstr>FSK</vt:lpstr>
      <vt:lpstr>1.</vt:lpstr>
      <vt:lpstr>2.</vt:lpstr>
    </vt:vector>
  </TitlesOfParts>
  <Company>EPFL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frossard</dc:creator>
  <cp:lastModifiedBy>Hyolim</cp:lastModifiedBy>
  <cp:revision>508</cp:revision>
  <cp:lastPrinted>2012-02-24T14:58:28Z</cp:lastPrinted>
  <dcterms:created xsi:type="dcterms:W3CDTF">2006-08-12T12:19:02Z</dcterms:created>
  <dcterms:modified xsi:type="dcterms:W3CDTF">2017-11-14T08:41:45Z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5</vt:i4>
  </property>
</Properties>
</file>